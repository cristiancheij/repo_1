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2" r:id="rId5"/>
    <p:sldId id="263" r:id="rId6"/>
    <p:sldId id="264" r:id="rId7"/>
    <p:sldId id="265" r:id="rId8"/>
    <p:sldId id="267" r:id="rId9"/>
    <p:sldId id="275" r:id="rId10"/>
    <p:sldId id="276" r:id="rId11"/>
    <p:sldId id="282" r:id="rId12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7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0135" y="457200"/>
            <a:ext cx="711200" cy="355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14400" y="1768373"/>
            <a:ext cx="8229600" cy="384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1641430"/>
            <a:ext cx="9144000" cy="5157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594100" y="3279647"/>
            <a:ext cx="2387600" cy="711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728973" y="3397119"/>
            <a:ext cx="2135505" cy="462280"/>
          </a:xfrm>
          <a:custGeom>
            <a:avLst/>
            <a:gdLst/>
            <a:ahLst/>
            <a:cxnLst/>
            <a:rect l="l" t="t" r="r" b="b"/>
            <a:pathLst>
              <a:path w="2135504" h="462279">
                <a:moveTo>
                  <a:pt x="0" y="461902"/>
                </a:moveTo>
                <a:lnTo>
                  <a:pt x="2135251" y="461902"/>
                </a:lnTo>
                <a:lnTo>
                  <a:pt x="2135251" y="0"/>
                </a:lnTo>
                <a:lnTo>
                  <a:pt x="0" y="0"/>
                </a:lnTo>
                <a:lnTo>
                  <a:pt x="0" y="4619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728973" y="3397122"/>
            <a:ext cx="2135505" cy="462280"/>
          </a:xfrm>
          <a:custGeom>
            <a:avLst/>
            <a:gdLst/>
            <a:ahLst/>
            <a:cxnLst/>
            <a:rect l="l" t="t" r="r" b="b"/>
            <a:pathLst>
              <a:path w="2135504" h="462279">
                <a:moveTo>
                  <a:pt x="0" y="0"/>
                </a:moveTo>
                <a:lnTo>
                  <a:pt x="2135251" y="0"/>
                </a:lnTo>
                <a:lnTo>
                  <a:pt x="2135251" y="461899"/>
                </a:lnTo>
                <a:lnTo>
                  <a:pt x="0" y="461899"/>
                </a:ln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728973" y="3397122"/>
            <a:ext cx="0" cy="462280"/>
          </a:xfrm>
          <a:custGeom>
            <a:avLst/>
            <a:gdLst/>
            <a:ahLst/>
            <a:cxnLst/>
            <a:rect l="l" t="t" r="r" b="b"/>
            <a:pathLst>
              <a:path h="462279">
                <a:moveTo>
                  <a:pt x="0" y="461899"/>
                </a:moveTo>
                <a:lnTo>
                  <a:pt x="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9245" y="457200"/>
            <a:ext cx="711199" cy="355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14400" y="1920900"/>
            <a:ext cx="8229600" cy="384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42875" y="2092325"/>
            <a:ext cx="1571625" cy="1500505"/>
          </a:xfrm>
          <a:custGeom>
            <a:avLst/>
            <a:gdLst/>
            <a:ahLst/>
            <a:cxnLst/>
            <a:rect l="l" t="t" r="r" b="b"/>
            <a:pathLst>
              <a:path w="1571625" h="1500504">
                <a:moveTo>
                  <a:pt x="0" y="750062"/>
                </a:moveTo>
                <a:lnTo>
                  <a:pt x="3963" y="673862"/>
                </a:lnTo>
                <a:lnTo>
                  <a:pt x="15875" y="599313"/>
                </a:lnTo>
                <a:lnTo>
                  <a:pt x="35713" y="527050"/>
                </a:lnTo>
                <a:lnTo>
                  <a:pt x="61912" y="458724"/>
                </a:lnTo>
                <a:lnTo>
                  <a:pt x="95250" y="392938"/>
                </a:lnTo>
                <a:lnTo>
                  <a:pt x="134138" y="330962"/>
                </a:lnTo>
                <a:lnTo>
                  <a:pt x="179387" y="273050"/>
                </a:lnTo>
                <a:lnTo>
                  <a:pt x="230187" y="219837"/>
                </a:lnTo>
                <a:lnTo>
                  <a:pt x="286538" y="171450"/>
                </a:lnTo>
                <a:lnTo>
                  <a:pt x="346863" y="128524"/>
                </a:lnTo>
                <a:lnTo>
                  <a:pt x="411162" y="90424"/>
                </a:lnTo>
                <a:lnTo>
                  <a:pt x="480213" y="58674"/>
                </a:lnTo>
                <a:lnTo>
                  <a:pt x="552450" y="34163"/>
                </a:lnTo>
                <a:lnTo>
                  <a:pt x="627851" y="15113"/>
                </a:lnTo>
                <a:lnTo>
                  <a:pt x="705638" y="3937"/>
                </a:lnTo>
                <a:lnTo>
                  <a:pt x="785812" y="0"/>
                </a:lnTo>
                <a:lnTo>
                  <a:pt x="865976" y="3937"/>
                </a:lnTo>
                <a:lnTo>
                  <a:pt x="944562" y="15113"/>
                </a:lnTo>
                <a:lnTo>
                  <a:pt x="1019175" y="34163"/>
                </a:lnTo>
                <a:lnTo>
                  <a:pt x="1091401" y="58674"/>
                </a:lnTo>
                <a:lnTo>
                  <a:pt x="1160399" y="90424"/>
                </a:lnTo>
                <a:lnTo>
                  <a:pt x="1225550" y="128524"/>
                </a:lnTo>
                <a:lnTo>
                  <a:pt x="1285875" y="171450"/>
                </a:lnTo>
                <a:lnTo>
                  <a:pt x="1341374" y="219837"/>
                </a:lnTo>
                <a:lnTo>
                  <a:pt x="1392174" y="273050"/>
                </a:lnTo>
                <a:lnTo>
                  <a:pt x="1437513" y="330962"/>
                </a:lnTo>
                <a:lnTo>
                  <a:pt x="1477137" y="392938"/>
                </a:lnTo>
                <a:lnTo>
                  <a:pt x="1509649" y="458724"/>
                </a:lnTo>
                <a:lnTo>
                  <a:pt x="1536700" y="527050"/>
                </a:lnTo>
                <a:lnTo>
                  <a:pt x="1555750" y="599313"/>
                </a:lnTo>
                <a:lnTo>
                  <a:pt x="1567688" y="673862"/>
                </a:lnTo>
                <a:lnTo>
                  <a:pt x="1571625" y="750062"/>
                </a:lnTo>
                <a:lnTo>
                  <a:pt x="1567688" y="827024"/>
                </a:lnTo>
                <a:lnTo>
                  <a:pt x="1555750" y="900938"/>
                </a:lnTo>
                <a:lnTo>
                  <a:pt x="1536700" y="973074"/>
                </a:lnTo>
                <a:lnTo>
                  <a:pt x="1509649" y="1042162"/>
                </a:lnTo>
                <a:lnTo>
                  <a:pt x="1477137" y="1107313"/>
                </a:lnTo>
                <a:lnTo>
                  <a:pt x="1437513" y="1169162"/>
                </a:lnTo>
                <a:lnTo>
                  <a:pt x="1392174" y="1227074"/>
                </a:lnTo>
                <a:lnTo>
                  <a:pt x="1341374" y="1280287"/>
                </a:lnTo>
                <a:lnTo>
                  <a:pt x="1285875" y="1328674"/>
                </a:lnTo>
                <a:lnTo>
                  <a:pt x="1225550" y="1372362"/>
                </a:lnTo>
                <a:lnTo>
                  <a:pt x="1160399" y="1409700"/>
                </a:lnTo>
                <a:lnTo>
                  <a:pt x="1091401" y="1441450"/>
                </a:lnTo>
                <a:lnTo>
                  <a:pt x="1019175" y="1466850"/>
                </a:lnTo>
                <a:lnTo>
                  <a:pt x="944562" y="1485138"/>
                </a:lnTo>
                <a:lnTo>
                  <a:pt x="865976" y="1496187"/>
                </a:lnTo>
                <a:lnTo>
                  <a:pt x="785812" y="1500124"/>
                </a:lnTo>
                <a:lnTo>
                  <a:pt x="705638" y="1496187"/>
                </a:lnTo>
                <a:lnTo>
                  <a:pt x="627851" y="1485138"/>
                </a:lnTo>
                <a:lnTo>
                  <a:pt x="552450" y="1466850"/>
                </a:lnTo>
                <a:lnTo>
                  <a:pt x="480213" y="1441450"/>
                </a:lnTo>
                <a:lnTo>
                  <a:pt x="411162" y="1409700"/>
                </a:lnTo>
                <a:lnTo>
                  <a:pt x="346863" y="1372362"/>
                </a:lnTo>
                <a:lnTo>
                  <a:pt x="286538" y="1328674"/>
                </a:lnTo>
                <a:lnTo>
                  <a:pt x="230187" y="1280287"/>
                </a:lnTo>
                <a:lnTo>
                  <a:pt x="179387" y="1227074"/>
                </a:lnTo>
                <a:lnTo>
                  <a:pt x="134138" y="1169162"/>
                </a:lnTo>
                <a:lnTo>
                  <a:pt x="95250" y="1107313"/>
                </a:lnTo>
                <a:lnTo>
                  <a:pt x="61912" y="1042162"/>
                </a:lnTo>
                <a:lnTo>
                  <a:pt x="35713" y="973074"/>
                </a:lnTo>
                <a:lnTo>
                  <a:pt x="15875" y="900938"/>
                </a:lnTo>
                <a:lnTo>
                  <a:pt x="3963" y="827024"/>
                </a:lnTo>
                <a:lnTo>
                  <a:pt x="0" y="750062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42875" y="284238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484374" y="2306573"/>
            <a:ext cx="1571625" cy="1198880"/>
          </a:xfrm>
          <a:custGeom>
            <a:avLst/>
            <a:gdLst/>
            <a:ahLst/>
            <a:cxnLst/>
            <a:rect l="l" t="t" r="r" b="b"/>
            <a:pathLst>
              <a:path w="1571625" h="1198879">
                <a:moveTo>
                  <a:pt x="0" y="0"/>
                </a:moveTo>
                <a:lnTo>
                  <a:pt x="1571625" y="0"/>
                </a:lnTo>
                <a:lnTo>
                  <a:pt x="1571625" y="973963"/>
                </a:lnTo>
                <a:lnTo>
                  <a:pt x="1432814" y="977900"/>
                </a:lnTo>
                <a:lnTo>
                  <a:pt x="1310513" y="989838"/>
                </a:lnTo>
                <a:lnTo>
                  <a:pt x="1201801" y="1006475"/>
                </a:lnTo>
                <a:lnTo>
                  <a:pt x="1104900" y="1028700"/>
                </a:lnTo>
                <a:lnTo>
                  <a:pt x="1016889" y="1053338"/>
                </a:lnTo>
                <a:lnTo>
                  <a:pt x="935863" y="1080389"/>
                </a:lnTo>
                <a:lnTo>
                  <a:pt x="785876" y="1133475"/>
                </a:lnTo>
                <a:lnTo>
                  <a:pt x="712089" y="1156589"/>
                </a:lnTo>
                <a:lnTo>
                  <a:pt x="635889" y="1176401"/>
                </a:lnTo>
                <a:lnTo>
                  <a:pt x="554863" y="1190625"/>
                </a:lnTo>
                <a:lnTo>
                  <a:pt x="466725" y="1198626"/>
                </a:lnTo>
                <a:lnTo>
                  <a:pt x="369951" y="1197864"/>
                </a:lnTo>
                <a:lnTo>
                  <a:pt x="261239" y="1188339"/>
                </a:lnTo>
                <a:lnTo>
                  <a:pt x="138938" y="1167638"/>
                </a:lnTo>
                <a:lnTo>
                  <a:pt x="0" y="1134364"/>
                </a:ln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484374" y="2306573"/>
            <a:ext cx="0" cy="1134745"/>
          </a:xfrm>
          <a:custGeom>
            <a:avLst/>
            <a:gdLst/>
            <a:ahLst/>
            <a:cxnLst/>
            <a:rect l="l" t="t" r="r" b="b"/>
            <a:pathLst>
              <a:path h="1134745">
                <a:moveTo>
                  <a:pt x="0" y="1134364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219700" y="2368550"/>
            <a:ext cx="1571625" cy="1214755"/>
          </a:xfrm>
          <a:custGeom>
            <a:avLst/>
            <a:gdLst/>
            <a:ahLst/>
            <a:cxnLst/>
            <a:rect l="l" t="t" r="r" b="b"/>
            <a:pathLst>
              <a:path w="1571625" h="1214754">
                <a:moveTo>
                  <a:pt x="0" y="202311"/>
                </a:moveTo>
                <a:lnTo>
                  <a:pt x="3937" y="161925"/>
                </a:lnTo>
                <a:lnTo>
                  <a:pt x="15875" y="123825"/>
                </a:lnTo>
                <a:lnTo>
                  <a:pt x="34925" y="89662"/>
                </a:lnTo>
                <a:lnTo>
                  <a:pt x="59563" y="59436"/>
                </a:lnTo>
                <a:lnTo>
                  <a:pt x="89662" y="34925"/>
                </a:lnTo>
                <a:lnTo>
                  <a:pt x="123825" y="15875"/>
                </a:lnTo>
                <a:lnTo>
                  <a:pt x="161925" y="3937"/>
                </a:lnTo>
                <a:lnTo>
                  <a:pt x="202438" y="0"/>
                </a:lnTo>
                <a:lnTo>
                  <a:pt x="1369187" y="0"/>
                </a:lnTo>
                <a:lnTo>
                  <a:pt x="1409700" y="3937"/>
                </a:lnTo>
                <a:lnTo>
                  <a:pt x="1447800" y="15875"/>
                </a:lnTo>
                <a:lnTo>
                  <a:pt x="1482725" y="34925"/>
                </a:lnTo>
                <a:lnTo>
                  <a:pt x="1512062" y="59436"/>
                </a:lnTo>
                <a:lnTo>
                  <a:pt x="1536700" y="89662"/>
                </a:lnTo>
                <a:lnTo>
                  <a:pt x="1555750" y="123825"/>
                </a:lnTo>
                <a:lnTo>
                  <a:pt x="1567688" y="161925"/>
                </a:lnTo>
                <a:lnTo>
                  <a:pt x="1571625" y="202311"/>
                </a:lnTo>
                <a:lnTo>
                  <a:pt x="1571625" y="1011936"/>
                </a:lnTo>
                <a:lnTo>
                  <a:pt x="1567688" y="1052449"/>
                </a:lnTo>
                <a:lnTo>
                  <a:pt x="1555750" y="1090549"/>
                </a:lnTo>
                <a:lnTo>
                  <a:pt x="1536700" y="1125474"/>
                </a:lnTo>
                <a:lnTo>
                  <a:pt x="1512062" y="1154811"/>
                </a:lnTo>
                <a:lnTo>
                  <a:pt x="1482725" y="1179449"/>
                </a:lnTo>
                <a:lnTo>
                  <a:pt x="1447800" y="1198499"/>
                </a:lnTo>
                <a:lnTo>
                  <a:pt x="1409700" y="1210437"/>
                </a:lnTo>
                <a:lnTo>
                  <a:pt x="1369187" y="1214374"/>
                </a:lnTo>
                <a:lnTo>
                  <a:pt x="202438" y="1214374"/>
                </a:lnTo>
                <a:lnTo>
                  <a:pt x="161925" y="1210437"/>
                </a:lnTo>
                <a:lnTo>
                  <a:pt x="123825" y="1198499"/>
                </a:lnTo>
                <a:lnTo>
                  <a:pt x="89662" y="1179449"/>
                </a:lnTo>
                <a:lnTo>
                  <a:pt x="59563" y="1154811"/>
                </a:lnTo>
                <a:lnTo>
                  <a:pt x="34925" y="1125474"/>
                </a:lnTo>
                <a:lnTo>
                  <a:pt x="15875" y="1090549"/>
                </a:lnTo>
                <a:lnTo>
                  <a:pt x="3937" y="1052449"/>
                </a:lnTo>
                <a:lnTo>
                  <a:pt x="0" y="1011936"/>
                </a:lnTo>
                <a:lnTo>
                  <a:pt x="0" y="202311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5219700" y="2570860"/>
            <a:ext cx="0" cy="809625"/>
          </a:xfrm>
          <a:custGeom>
            <a:avLst/>
            <a:gdLst/>
            <a:ahLst/>
            <a:cxnLst/>
            <a:rect l="l" t="t" r="r" b="b"/>
            <a:pathLst>
              <a:path h="809625">
                <a:moveTo>
                  <a:pt x="0" y="809625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7357998" y="3378072"/>
            <a:ext cx="1571625" cy="1214755"/>
          </a:xfrm>
          <a:custGeom>
            <a:avLst/>
            <a:gdLst/>
            <a:ahLst/>
            <a:cxnLst/>
            <a:rect l="l" t="t" r="r" b="b"/>
            <a:pathLst>
              <a:path w="1571625" h="1214754">
                <a:moveTo>
                  <a:pt x="0" y="202438"/>
                </a:moveTo>
                <a:lnTo>
                  <a:pt x="4064" y="161925"/>
                </a:lnTo>
                <a:lnTo>
                  <a:pt x="15875" y="123825"/>
                </a:lnTo>
                <a:lnTo>
                  <a:pt x="34925" y="89662"/>
                </a:lnTo>
                <a:lnTo>
                  <a:pt x="59563" y="59563"/>
                </a:lnTo>
                <a:lnTo>
                  <a:pt x="89789" y="34925"/>
                </a:lnTo>
                <a:lnTo>
                  <a:pt x="123825" y="15875"/>
                </a:lnTo>
                <a:lnTo>
                  <a:pt x="161925" y="3937"/>
                </a:lnTo>
                <a:lnTo>
                  <a:pt x="202438" y="0"/>
                </a:lnTo>
                <a:lnTo>
                  <a:pt x="1369314" y="0"/>
                </a:lnTo>
                <a:lnTo>
                  <a:pt x="1409700" y="3937"/>
                </a:lnTo>
                <a:lnTo>
                  <a:pt x="1447800" y="15875"/>
                </a:lnTo>
                <a:lnTo>
                  <a:pt x="1482725" y="34925"/>
                </a:lnTo>
                <a:lnTo>
                  <a:pt x="1512189" y="59563"/>
                </a:lnTo>
                <a:lnTo>
                  <a:pt x="1536700" y="89662"/>
                </a:lnTo>
                <a:lnTo>
                  <a:pt x="1555750" y="123825"/>
                </a:lnTo>
                <a:lnTo>
                  <a:pt x="1567688" y="161925"/>
                </a:lnTo>
                <a:lnTo>
                  <a:pt x="1571625" y="202438"/>
                </a:lnTo>
                <a:lnTo>
                  <a:pt x="1571625" y="1012063"/>
                </a:lnTo>
                <a:lnTo>
                  <a:pt x="1567688" y="1052576"/>
                </a:lnTo>
                <a:lnTo>
                  <a:pt x="1555750" y="1090676"/>
                </a:lnTo>
                <a:lnTo>
                  <a:pt x="1536700" y="1125601"/>
                </a:lnTo>
                <a:lnTo>
                  <a:pt x="1512189" y="1154938"/>
                </a:lnTo>
                <a:lnTo>
                  <a:pt x="1482725" y="1179576"/>
                </a:lnTo>
                <a:lnTo>
                  <a:pt x="1447800" y="1198626"/>
                </a:lnTo>
                <a:lnTo>
                  <a:pt x="1409700" y="1210437"/>
                </a:lnTo>
                <a:lnTo>
                  <a:pt x="1369314" y="1214501"/>
                </a:lnTo>
                <a:lnTo>
                  <a:pt x="202438" y="1214501"/>
                </a:lnTo>
                <a:lnTo>
                  <a:pt x="161925" y="1210437"/>
                </a:lnTo>
                <a:lnTo>
                  <a:pt x="123825" y="1198626"/>
                </a:lnTo>
                <a:lnTo>
                  <a:pt x="89789" y="1179576"/>
                </a:lnTo>
                <a:lnTo>
                  <a:pt x="59563" y="1154938"/>
                </a:lnTo>
                <a:lnTo>
                  <a:pt x="34925" y="1125601"/>
                </a:lnTo>
                <a:lnTo>
                  <a:pt x="15875" y="1090676"/>
                </a:lnTo>
                <a:lnTo>
                  <a:pt x="4064" y="1052576"/>
                </a:lnTo>
                <a:lnTo>
                  <a:pt x="0" y="1012063"/>
                </a:lnTo>
                <a:lnTo>
                  <a:pt x="0" y="202438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7357998" y="3580510"/>
            <a:ext cx="0" cy="809625"/>
          </a:xfrm>
          <a:custGeom>
            <a:avLst/>
            <a:gdLst/>
            <a:ahLst/>
            <a:cxnLst/>
            <a:rect l="l" t="t" r="r" b="b"/>
            <a:pathLst>
              <a:path h="809625">
                <a:moveTo>
                  <a:pt x="0" y="809625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5214873" y="4914646"/>
            <a:ext cx="1571625" cy="1214755"/>
          </a:xfrm>
          <a:custGeom>
            <a:avLst/>
            <a:gdLst/>
            <a:ahLst/>
            <a:cxnLst/>
            <a:rect l="l" t="t" r="r" b="b"/>
            <a:pathLst>
              <a:path w="1571625" h="1214754">
                <a:moveTo>
                  <a:pt x="0" y="202438"/>
                </a:moveTo>
                <a:lnTo>
                  <a:pt x="4064" y="161925"/>
                </a:lnTo>
                <a:lnTo>
                  <a:pt x="15875" y="123825"/>
                </a:lnTo>
                <a:lnTo>
                  <a:pt x="34925" y="89789"/>
                </a:lnTo>
                <a:lnTo>
                  <a:pt x="59563" y="59563"/>
                </a:lnTo>
                <a:lnTo>
                  <a:pt x="89789" y="34925"/>
                </a:lnTo>
                <a:lnTo>
                  <a:pt x="123825" y="15875"/>
                </a:lnTo>
                <a:lnTo>
                  <a:pt x="161925" y="4064"/>
                </a:lnTo>
                <a:lnTo>
                  <a:pt x="202438" y="0"/>
                </a:lnTo>
                <a:lnTo>
                  <a:pt x="1369314" y="0"/>
                </a:lnTo>
                <a:lnTo>
                  <a:pt x="1409700" y="4064"/>
                </a:lnTo>
                <a:lnTo>
                  <a:pt x="1447800" y="15875"/>
                </a:lnTo>
                <a:lnTo>
                  <a:pt x="1482725" y="34925"/>
                </a:lnTo>
                <a:lnTo>
                  <a:pt x="1512189" y="59563"/>
                </a:lnTo>
                <a:lnTo>
                  <a:pt x="1536700" y="89789"/>
                </a:lnTo>
                <a:lnTo>
                  <a:pt x="1555750" y="123825"/>
                </a:lnTo>
                <a:lnTo>
                  <a:pt x="1567688" y="161925"/>
                </a:lnTo>
                <a:lnTo>
                  <a:pt x="1571625" y="202438"/>
                </a:lnTo>
                <a:lnTo>
                  <a:pt x="1571625" y="1012061"/>
                </a:lnTo>
                <a:lnTo>
                  <a:pt x="1567688" y="1052548"/>
                </a:lnTo>
                <a:lnTo>
                  <a:pt x="1555750" y="1090648"/>
                </a:lnTo>
                <a:lnTo>
                  <a:pt x="1536700" y="1125573"/>
                </a:lnTo>
                <a:lnTo>
                  <a:pt x="1512189" y="1154936"/>
                </a:lnTo>
                <a:lnTo>
                  <a:pt x="1482725" y="1179548"/>
                </a:lnTo>
                <a:lnTo>
                  <a:pt x="1447800" y="1198598"/>
                </a:lnTo>
                <a:lnTo>
                  <a:pt x="1409700" y="1210499"/>
                </a:lnTo>
                <a:lnTo>
                  <a:pt x="1369314" y="1214473"/>
                </a:lnTo>
                <a:lnTo>
                  <a:pt x="202438" y="1214473"/>
                </a:lnTo>
                <a:lnTo>
                  <a:pt x="161925" y="1210499"/>
                </a:lnTo>
                <a:lnTo>
                  <a:pt x="123825" y="1198598"/>
                </a:lnTo>
                <a:lnTo>
                  <a:pt x="89789" y="1179548"/>
                </a:lnTo>
                <a:lnTo>
                  <a:pt x="59563" y="1154936"/>
                </a:lnTo>
                <a:lnTo>
                  <a:pt x="34925" y="1125573"/>
                </a:lnTo>
                <a:lnTo>
                  <a:pt x="15875" y="1090648"/>
                </a:lnTo>
                <a:lnTo>
                  <a:pt x="4064" y="1052548"/>
                </a:lnTo>
                <a:lnTo>
                  <a:pt x="0" y="1012061"/>
                </a:lnTo>
                <a:lnTo>
                  <a:pt x="0" y="202438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5214873" y="5117083"/>
            <a:ext cx="0" cy="809625"/>
          </a:xfrm>
          <a:custGeom>
            <a:avLst/>
            <a:gdLst/>
            <a:ahLst/>
            <a:cxnLst/>
            <a:rect l="l" t="t" r="r" b="b"/>
            <a:pathLst>
              <a:path h="809625">
                <a:moveTo>
                  <a:pt x="0" y="809613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2500249" y="4914646"/>
            <a:ext cx="1571625" cy="1214755"/>
          </a:xfrm>
          <a:custGeom>
            <a:avLst/>
            <a:gdLst/>
            <a:ahLst/>
            <a:cxnLst/>
            <a:rect l="l" t="t" r="r" b="b"/>
            <a:pathLst>
              <a:path w="1571625" h="1214754">
                <a:moveTo>
                  <a:pt x="0" y="202438"/>
                </a:moveTo>
                <a:lnTo>
                  <a:pt x="4064" y="161925"/>
                </a:lnTo>
                <a:lnTo>
                  <a:pt x="15875" y="123825"/>
                </a:lnTo>
                <a:lnTo>
                  <a:pt x="34925" y="89789"/>
                </a:lnTo>
                <a:lnTo>
                  <a:pt x="59563" y="59563"/>
                </a:lnTo>
                <a:lnTo>
                  <a:pt x="89789" y="34925"/>
                </a:lnTo>
                <a:lnTo>
                  <a:pt x="123825" y="15875"/>
                </a:lnTo>
                <a:lnTo>
                  <a:pt x="161925" y="4064"/>
                </a:lnTo>
                <a:lnTo>
                  <a:pt x="202438" y="0"/>
                </a:lnTo>
                <a:lnTo>
                  <a:pt x="1369314" y="0"/>
                </a:lnTo>
                <a:lnTo>
                  <a:pt x="1409700" y="4064"/>
                </a:lnTo>
                <a:lnTo>
                  <a:pt x="1447800" y="15875"/>
                </a:lnTo>
                <a:lnTo>
                  <a:pt x="1482725" y="34925"/>
                </a:lnTo>
                <a:lnTo>
                  <a:pt x="1512189" y="59563"/>
                </a:lnTo>
                <a:lnTo>
                  <a:pt x="1536700" y="89789"/>
                </a:lnTo>
                <a:lnTo>
                  <a:pt x="1555750" y="123825"/>
                </a:lnTo>
                <a:lnTo>
                  <a:pt x="1567688" y="161925"/>
                </a:lnTo>
                <a:lnTo>
                  <a:pt x="1571625" y="202438"/>
                </a:lnTo>
                <a:lnTo>
                  <a:pt x="1571625" y="1012061"/>
                </a:lnTo>
                <a:lnTo>
                  <a:pt x="1567688" y="1052548"/>
                </a:lnTo>
                <a:lnTo>
                  <a:pt x="1555750" y="1090648"/>
                </a:lnTo>
                <a:lnTo>
                  <a:pt x="1536700" y="1125573"/>
                </a:lnTo>
                <a:lnTo>
                  <a:pt x="1512189" y="1154936"/>
                </a:lnTo>
                <a:lnTo>
                  <a:pt x="1482725" y="1179548"/>
                </a:lnTo>
                <a:lnTo>
                  <a:pt x="1447800" y="1198598"/>
                </a:lnTo>
                <a:lnTo>
                  <a:pt x="1409700" y="1210499"/>
                </a:lnTo>
                <a:lnTo>
                  <a:pt x="1369314" y="1214473"/>
                </a:lnTo>
                <a:lnTo>
                  <a:pt x="202438" y="1214473"/>
                </a:lnTo>
                <a:lnTo>
                  <a:pt x="161925" y="1210499"/>
                </a:lnTo>
                <a:lnTo>
                  <a:pt x="123825" y="1198598"/>
                </a:lnTo>
                <a:lnTo>
                  <a:pt x="89789" y="1179548"/>
                </a:lnTo>
                <a:lnTo>
                  <a:pt x="59563" y="1154936"/>
                </a:lnTo>
                <a:lnTo>
                  <a:pt x="34925" y="1125573"/>
                </a:lnTo>
                <a:lnTo>
                  <a:pt x="15875" y="1090648"/>
                </a:lnTo>
                <a:lnTo>
                  <a:pt x="4064" y="1052548"/>
                </a:lnTo>
                <a:lnTo>
                  <a:pt x="0" y="1012061"/>
                </a:lnTo>
                <a:lnTo>
                  <a:pt x="0" y="202438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2500249" y="5117083"/>
            <a:ext cx="0" cy="809625"/>
          </a:xfrm>
          <a:custGeom>
            <a:avLst/>
            <a:gdLst/>
            <a:ahLst/>
            <a:cxnLst/>
            <a:rect l="l" t="t" r="r" b="b"/>
            <a:pathLst>
              <a:path h="809625">
                <a:moveTo>
                  <a:pt x="0" y="809613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1612900" y="2733675"/>
            <a:ext cx="990600" cy="317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1725548" y="2843148"/>
            <a:ext cx="709930" cy="67945"/>
          </a:xfrm>
          <a:custGeom>
            <a:avLst/>
            <a:gdLst/>
            <a:ahLst/>
            <a:cxnLst/>
            <a:rect l="l" t="t" r="r" b="b"/>
            <a:pathLst>
              <a:path w="709930" h="67944">
                <a:moveTo>
                  <a:pt x="0" y="0"/>
                </a:moveTo>
                <a:lnTo>
                  <a:pt x="709803" y="67818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2354072" y="2846831"/>
            <a:ext cx="119380" cy="114300"/>
          </a:xfrm>
          <a:custGeom>
            <a:avLst/>
            <a:gdLst/>
            <a:ahLst/>
            <a:cxnLst/>
            <a:rect l="l" t="t" r="r" b="b"/>
            <a:pathLst>
              <a:path w="119380" h="114300">
                <a:moveTo>
                  <a:pt x="10922" y="0"/>
                </a:moveTo>
                <a:lnTo>
                  <a:pt x="50927" y="61214"/>
                </a:lnTo>
                <a:lnTo>
                  <a:pt x="0" y="113792"/>
                </a:lnTo>
                <a:lnTo>
                  <a:pt x="119253" y="67691"/>
                </a:lnTo>
                <a:lnTo>
                  <a:pt x="1092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3962400" y="2809748"/>
            <a:ext cx="1384300" cy="30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4067175" y="2914522"/>
            <a:ext cx="1103630" cy="60325"/>
          </a:xfrm>
          <a:custGeom>
            <a:avLst/>
            <a:gdLst/>
            <a:ahLst/>
            <a:cxnLst/>
            <a:rect l="l" t="t" r="r" b="b"/>
            <a:pathLst>
              <a:path w="1103629" h="60325">
                <a:moveTo>
                  <a:pt x="0" y="0"/>
                </a:moveTo>
                <a:lnTo>
                  <a:pt x="1103376" y="59944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5091303" y="2913252"/>
            <a:ext cx="117475" cy="114300"/>
          </a:xfrm>
          <a:custGeom>
            <a:avLst/>
            <a:gdLst/>
            <a:ahLst/>
            <a:cxnLst/>
            <a:rect l="l" t="t" r="r" b="b"/>
            <a:pathLst>
              <a:path w="117475" h="114300">
                <a:moveTo>
                  <a:pt x="6223" y="0"/>
                </a:moveTo>
                <a:lnTo>
                  <a:pt x="48768" y="59563"/>
                </a:lnTo>
                <a:lnTo>
                  <a:pt x="0" y="114173"/>
                </a:lnTo>
                <a:lnTo>
                  <a:pt x="117221" y="63246"/>
                </a:lnTo>
                <a:lnTo>
                  <a:pt x="622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k object 36"/>
          <p:cNvSpPr/>
          <p:nvPr/>
        </p:nvSpPr>
        <p:spPr>
          <a:xfrm>
            <a:off x="6692900" y="2873248"/>
            <a:ext cx="1587500" cy="635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k object 37"/>
          <p:cNvSpPr/>
          <p:nvPr/>
        </p:nvSpPr>
        <p:spPr>
          <a:xfrm>
            <a:off x="6802373" y="2976498"/>
            <a:ext cx="1304925" cy="380365"/>
          </a:xfrm>
          <a:custGeom>
            <a:avLst/>
            <a:gdLst/>
            <a:ahLst/>
            <a:cxnLst/>
            <a:rect l="l" t="t" r="r" b="b"/>
            <a:pathLst>
              <a:path w="1304925" h="380364">
                <a:moveTo>
                  <a:pt x="0" y="0"/>
                </a:moveTo>
                <a:lnTo>
                  <a:pt x="1304925" y="379857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k object 38"/>
          <p:cNvSpPr/>
          <p:nvPr/>
        </p:nvSpPr>
        <p:spPr>
          <a:xfrm>
            <a:off x="8018145" y="3280155"/>
            <a:ext cx="125730" cy="109855"/>
          </a:xfrm>
          <a:custGeom>
            <a:avLst/>
            <a:gdLst/>
            <a:ahLst/>
            <a:cxnLst/>
            <a:rect l="l" t="t" r="r" b="b"/>
            <a:pathLst>
              <a:path w="125729" h="109854">
                <a:moveTo>
                  <a:pt x="32004" y="0"/>
                </a:moveTo>
                <a:lnTo>
                  <a:pt x="59817" y="67691"/>
                </a:lnTo>
                <a:lnTo>
                  <a:pt x="0" y="109728"/>
                </a:lnTo>
                <a:lnTo>
                  <a:pt x="125730" y="86868"/>
                </a:lnTo>
                <a:lnTo>
                  <a:pt x="3200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k object 39"/>
          <p:cNvSpPr/>
          <p:nvPr/>
        </p:nvSpPr>
        <p:spPr>
          <a:xfrm>
            <a:off x="1573149" y="5368671"/>
            <a:ext cx="1028700" cy="2539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k object 40"/>
          <p:cNvSpPr/>
          <p:nvPr/>
        </p:nvSpPr>
        <p:spPr>
          <a:xfrm>
            <a:off x="1752600" y="5514975"/>
            <a:ext cx="748030" cy="6350"/>
          </a:xfrm>
          <a:custGeom>
            <a:avLst/>
            <a:gdLst/>
            <a:ahLst/>
            <a:cxnLst/>
            <a:rect l="l" t="t" r="r" b="b"/>
            <a:pathLst>
              <a:path w="748030" h="6350">
                <a:moveTo>
                  <a:pt x="747649" y="6096"/>
                </a:moveTo>
                <a:lnTo>
                  <a:pt x="0" y="0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k object 41"/>
          <p:cNvSpPr/>
          <p:nvPr/>
        </p:nvSpPr>
        <p:spPr>
          <a:xfrm>
            <a:off x="1714500" y="5458459"/>
            <a:ext cx="114935" cy="114300"/>
          </a:xfrm>
          <a:custGeom>
            <a:avLst/>
            <a:gdLst/>
            <a:ahLst/>
            <a:cxnLst/>
            <a:rect l="l" t="t" r="r" b="b"/>
            <a:pathLst>
              <a:path w="114935" h="114300">
                <a:moveTo>
                  <a:pt x="114808" y="0"/>
                </a:moveTo>
                <a:lnTo>
                  <a:pt x="0" y="56261"/>
                </a:lnTo>
                <a:lnTo>
                  <a:pt x="113792" y="114300"/>
                </a:lnTo>
                <a:lnTo>
                  <a:pt x="68580" y="56769"/>
                </a:lnTo>
                <a:lnTo>
                  <a:pt x="11480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k object 42"/>
          <p:cNvSpPr/>
          <p:nvPr/>
        </p:nvSpPr>
        <p:spPr>
          <a:xfrm>
            <a:off x="3927475" y="5376545"/>
            <a:ext cx="1397000" cy="2539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k object 43"/>
          <p:cNvSpPr/>
          <p:nvPr/>
        </p:nvSpPr>
        <p:spPr>
          <a:xfrm>
            <a:off x="4109973" y="5521071"/>
            <a:ext cx="1104900" cy="1905"/>
          </a:xfrm>
          <a:custGeom>
            <a:avLst/>
            <a:gdLst/>
            <a:ahLst/>
            <a:cxnLst/>
            <a:rect l="l" t="t" r="r" b="b"/>
            <a:pathLst>
              <a:path w="1104900" h="1904">
                <a:moveTo>
                  <a:pt x="1104900" y="1524"/>
                </a:moveTo>
                <a:lnTo>
                  <a:pt x="0" y="0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k object 44"/>
          <p:cNvSpPr/>
          <p:nvPr/>
        </p:nvSpPr>
        <p:spPr>
          <a:xfrm>
            <a:off x="4071873" y="5464047"/>
            <a:ext cx="114935" cy="114300"/>
          </a:xfrm>
          <a:custGeom>
            <a:avLst/>
            <a:gdLst/>
            <a:ahLst/>
            <a:cxnLst/>
            <a:rect l="l" t="t" r="r" b="b"/>
            <a:pathLst>
              <a:path w="114935" h="114300">
                <a:moveTo>
                  <a:pt x="114427" y="0"/>
                </a:moveTo>
                <a:lnTo>
                  <a:pt x="0" y="57023"/>
                </a:lnTo>
                <a:lnTo>
                  <a:pt x="114300" y="114300"/>
                </a:lnTo>
                <a:lnTo>
                  <a:pt x="68580" y="57150"/>
                </a:lnTo>
                <a:lnTo>
                  <a:pt x="11442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k object 45"/>
          <p:cNvSpPr/>
          <p:nvPr/>
        </p:nvSpPr>
        <p:spPr>
          <a:xfrm>
            <a:off x="6861175" y="4278121"/>
            <a:ext cx="1181011" cy="1600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k object 46"/>
          <p:cNvSpPr/>
          <p:nvPr/>
        </p:nvSpPr>
        <p:spPr>
          <a:xfrm>
            <a:off x="6817995" y="4592446"/>
            <a:ext cx="1325880" cy="907415"/>
          </a:xfrm>
          <a:custGeom>
            <a:avLst/>
            <a:gdLst/>
            <a:ahLst/>
            <a:cxnLst/>
            <a:rect l="l" t="t" r="r" b="b"/>
            <a:pathLst>
              <a:path w="1325879" h="907414">
                <a:moveTo>
                  <a:pt x="1325880" y="0"/>
                </a:moveTo>
                <a:lnTo>
                  <a:pt x="0" y="907161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k object 47"/>
          <p:cNvSpPr/>
          <p:nvPr/>
        </p:nvSpPr>
        <p:spPr>
          <a:xfrm>
            <a:off x="6786498" y="5409310"/>
            <a:ext cx="127000" cy="111760"/>
          </a:xfrm>
          <a:custGeom>
            <a:avLst/>
            <a:gdLst/>
            <a:ahLst/>
            <a:cxnLst/>
            <a:rect l="l" t="t" r="r" b="b"/>
            <a:pathLst>
              <a:path w="127000" h="111760">
                <a:moveTo>
                  <a:pt x="62103" y="0"/>
                </a:moveTo>
                <a:lnTo>
                  <a:pt x="0" y="111760"/>
                </a:lnTo>
                <a:lnTo>
                  <a:pt x="126619" y="94361"/>
                </a:lnTo>
                <a:lnTo>
                  <a:pt x="56642" y="73025"/>
                </a:lnTo>
                <a:lnTo>
                  <a:pt x="6210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k object 48"/>
          <p:cNvSpPr/>
          <p:nvPr/>
        </p:nvSpPr>
        <p:spPr>
          <a:xfrm>
            <a:off x="142875" y="4765421"/>
            <a:ext cx="1571625" cy="1500505"/>
          </a:xfrm>
          <a:custGeom>
            <a:avLst/>
            <a:gdLst/>
            <a:ahLst/>
            <a:cxnLst/>
            <a:rect l="l" t="t" r="r" b="b"/>
            <a:pathLst>
              <a:path w="1571625" h="1500504">
                <a:moveTo>
                  <a:pt x="0" y="750189"/>
                </a:moveTo>
                <a:lnTo>
                  <a:pt x="3963" y="673989"/>
                </a:lnTo>
                <a:lnTo>
                  <a:pt x="15875" y="599313"/>
                </a:lnTo>
                <a:lnTo>
                  <a:pt x="35713" y="527050"/>
                </a:lnTo>
                <a:lnTo>
                  <a:pt x="61912" y="458851"/>
                </a:lnTo>
                <a:lnTo>
                  <a:pt x="95250" y="392938"/>
                </a:lnTo>
                <a:lnTo>
                  <a:pt x="134138" y="331089"/>
                </a:lnTo>
                <a:lnTo>
                  <a:pt x="179387" y="273050"/>
                </a:lnTo>
                <a:lnTo>
                  <a:pt x="230187" y="219964"/>
                </a:lnTo>
                <a:lnTo>
                  <a:pt x="286538" y="171450"/>
                </a:lnTo>
                <a:lnTo>
                  <a:pt x="346863" y="128651"/>
                </a:lnTo>
                <a:lnTo>
                  <a:pt x="411162" y="90551"/>
                </a:lnTo>
                <a:lnTo>
                  <a:pt x="480213" y="58801"/>
                </a:lnTo>
                <a:lnTo>
                  <a:pt x="552450" y="34163"/>
                </a:lnTo>
                <a:lnTo>
                  <a:pt x="627851" y="15113"/>
                </a:lnTo>
                <a:lnTo>
                  <a:pt x="705638" y="4064"/>
                </a:lnTo>
                <a:lnTo>
                  <a:pt x="785812" y="0"/>
                </a:lnTo>
                <a:lnTo>
                  <a:pt x="865976" y="4064"/>
                </a:lnTo>
                <a:lnTo>
                  <a:pt x="944562" y="15113"/>
                </a:lnTo>
                <a:lnTo>
                  <a:pt x="1019175" y="34163"/>
                </a:lnTo>
                <a:lnTo>
                  <a:pt x="1091401" y="58801"/>
                </a:lnTo>
                <a:lnTo>
                  <a:pt x="1160399" y="90551"/>
                </a:lnTo>
                <a:lnTo>
                  <a:pt x="1225550" y="128651"/>
                </a:lnTo>
                <a:lnTo>
                  <a:pt x="1285875" y="171450"/>
                </a:lnTo>
                <a:lnTo>
                  <a:pt x="1341374" y="219964"/>
                </a:lnTo>
                <a:lnTo>
                  <a:pt x="1392174" y="273050"/>
                </a:lnTo>
                <a:lnTo>
                  <a:pt x="1437513" y="331089"/>
                </a:lnTo>
                <a:lnTo>
                  <a:pt x="1477137" y="392938"/>
                </a:lnTo>
                <a:lnTo>
                  <a:pt x="1509649" y="458851"/>
                </a:lnTo>
                <a:lnTo>
                  <a:pt x="1536700" y="527050"/>
                </a:lnTo>
                <a:lnTo>
                  <a:pt x="1555750" y="599313"/>
                </a:lnTo>
                <a:lnTo>
                  <a:pt x="1567688" y="673989"/>
                </a:lnTo>
                <a:lnTo>
                  <a:pt x="1571625" y="750189"/>
                </a:lnTo>
                <a:lnTo>
                  <a:pt x="1567688" y="827138"/>
                </a:lnTo>
                <a:lnTo>
                  <a:pt x="1555750" y="900951"/>
                </a:lnTo>
                <a:lnTo>
                  <a:pt x="1536700" y="973188"/>
                </a:lnTo>
                <a:lnTo>
                  <a:pt x="1509649" y="1042239"/>
                </a:lnTo>
                <a:lnTo>
                  <a:pt x="1477137" y="1107326"/>
                </a:lnTo>
                <a:lnTo>
                  <a:pt x="1437513" y="1169239"/>
                </a:lnTo>
                <a:lnTo>
                  <a:pt x="1392174" y="1227188"/>
                </a:lnTo>
                <a:lnTo>
                  <a:pt x="1341374" y="1280364"/>
                </a:lnTo>
                <a:lnTo>
                  <a:pt x="1285875" y="1328788"/>
                </a:lnTo>
                <a:lnTo>
                  <a:pt x="1225550" y="1372439"/>
                </a:lnTo>
                <a:lnTo>
                  <a:pt x="1160399" y="1409750"/>
                </a:lnTo>
                <a:lnTo>
                  <a:pt x="1091401" y="1441500"/>
                </a:lnTo>
                <a:lnTo>
                  <a:pt x="1019175" y="1466900"/>
                </a:lnTo>
                <a:lnTo>
                  <a:pt x="944562" y="1485151"/>
                </a:lnTo>
                <a:lnTo>
                  <a:pt x="865976" y="1496264"/>
                </a:lnTo>
                <a:lnTo>
                  <a:pt x="785812" y="1500238"/>
                </a:lnTo>
                <a:lnTo>
                  <a:pt x="705638" y="1496264"/>
                </a:lnTo>
                <a:lnTo>
                  <a:pt x="627851" y="1485151"/>
                </a:lnTo>
                <a:lnTo>
                  <a:pt x="552450" y="1466900"/>
                </a:lnTo>
                <a:lnTo>
                  <a:pt x="480213" y="1441500"/>
                </a:lnTo>
                <a:lnTo>
                  <a:pt x="411162" y="1409750"/>
                </a:lnTo>
                <a:lnTo>
                  <a:pt x="346863" y="1372439"/>
                </a:lnTo>
                <a:lnTo>
                  <a:pt x="286538" y="1328788"/>
                </a:lnTo>
                <a:lnTo>
                  <a:pt x="230187" y="1280364"/>
                </a:lnTo>
                <a:lnTo>
                  <a:pt x="179387" y="1227188"/>
                </a:lnTo>
                <a:lnTo>
                  <a:pt x="134138" y="1169239"/>
                </a:lnTo>
                <a:lnTo>
                  <a:pt x="95250" y="1107326"/>
                </a:lnTo>
                <a:lnTo>
                  <a:pt x="61912" y="1042239"/>
                </a:lnTo>
                <a:lnTo>
                  <a:pt x="35713" y="973188"/>
                </a:lnTo>
                <a:lnTo>
                  <a:pt x="15875" y="900951"/>
                </a:lnTo>
                <a:lnTo>
                  <a:pt x="3963" y="827138"/>
                </a:lnTo>
                <a:lnTo>
                  <a:pt x="0" y="750189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k object 49"/>
          <p:cNvSpPr/>
          <p:nvPr/>
        </p:nvSpPr>
        <p:spPr>
          <a:xfrm>
            <a:off x="142875" y="551548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2225">
            <a:solidFill>
              <a:srgbClr val="FF5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05419" y="2375536"/>
            <a:ext cx="3603625" cy="3538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0135" y="457200"/>
            <a:ext cx="711200" cy="355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0135" y="457200"/>
            <a:ext cx="711200" cy="355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14400" y="1828800"/>
            <a:ext cx="8229600" cy="384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9546" y="1003918"/>
            <a:ext cx="5184906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C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9236" y="2174974"/>
            <a:ext cx="8605527" cy="3982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9131" y="2375851"/>
            <a:ext cx="6290945" cy="2037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244">
              <a:lnSpc>
                <a:spcPts val="5640"/>
              </a:lnSpc>
            </a:pPr>
            <a:r>
              <a:rPr lang="es-AR" sz="4800" b="1" noProof="0" dirty="0">
                <a:solidFill>
                  <a:srgbClr val="CC0000"/>
                </a:solidFill>
                <a:latin typeface="Arial"/>
                <a:cs typeface="Arial"/>
              </a:rPr>
              <a:t>SISTEMA</a:t>
            </a:r>
            <a:r>
              <a:rPr lang="es-AR" sz="4800" b="1" spc="25" noProof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lang="es-AR" sz="4800" b="1" noProof="0" dirty="0">
                <a:solidFill>
                  <a:srgbClr val="CC0000"/>
                </a:solidFill>
                <a:latin typeface="Arial"/>
                <a:cs typeface="Arial"/>
              </a:rPr>
              <a:t>CON</a:t>
            </a:r>
            <a:r>
              <a:rPr lang="es-AR" sz="4800" b="1" spc="-365" noProof="0" dirty="0">
                <a:solidFill>
                  <a:srgbClr val="CC0000"/>
                </a:solidFill>
                <a:latin typeface="Arial"/>
                <a:cs typeface="Arial"/>
              </a:rPr>
              <a:t>T</a:t>
            </a:r>
            <a:r>
              <a:rPr lang="es-AR" sz="4800" b="1" spc="5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4800" b="1" spc="-335" noProof="0" dirty="0">
                <a:solidFill>
                  <a:srgbClr val="CC0000"/>
                </a:solidFill>
                <a:latin typeface="Arial"/>
                <a:cs typeface="Arial"/>
              </a:rPr>
              <a:t>B</a:t>
            </a:r>
            <a:r>
              <a:rPr lang="es-AR" sz="4800" b="1" spc="-40" noProof="0" dirty="0">
                <a:solidFill>
                  <a:srgbClr val="CC0000"/>
                </a:solidFill>
                <a:latin typeface="Arial"/>
                <a:cs typeface="Arial"/>
              </a:rPr>
              <a:t>LE</a:t>
            </a:r>
            <a:endParaRPr lang="es-AR" sz="4800" noProof="0" dirty="0">
              <a:latin typeface="Arial"/>
              <a:cs typeface="Arial"/>
            </a:endParaRPr>
          </a:p>
          <a:p>
            <a:pPr marL="12700" marR="5080" indent="2150745">
              <a:lnSpc>
                <a:spcPts val="5520"/>
              </a:lnSpc>
              <a:spcBef>
                <a:spcPts val="265"/>
              </a:spcBef>
              <a:tabLst>
                <a:tab pos="2449195" algn="l"/>
                <a:tab pos="3330575" algn="l"/>
                <a:tab pos="3620135" algn="l"/>
              </a:tabLst>
            </a:pPr>
            <a:r>
              <a:rPr lang="es-AR" sz="4800" b="1" noProof="0" dirty="0">
                <a:solidFill>
                  <a:srgbClr val="CC0000"/>
                </a:solidFill>
                <a:latin typeface="Arial"/>
                <a:cs typeface="Arial"/>
              </a:rPr>
              <a:t>para	la Ges</a:t>
            </a:r>
            <a:r>
              <a:rPr lang="es-AR" sz="4800" b="1" spc="-15" noProof="0" dirty="0">
                <a:solidFill>
                  <a:srgbClr val="CC0000"/>
                </a:solidFill>
                <a:latin typeface="Arial"/>
                <a:cs typeface="Arial"/>
              </a:rPr>
              <a:t>t</a:t>
            </a:r>
            <a:r>
              <a:rPr lang="es-AR" sz="4800" b="1" spc="-25" noProof="0" dirty="0">
                <a:solidFill>
                  <a:srgbClr val="CC0000"/>
                </a:solidFill>
                <a:latin typeface="Arial"/>
                <a:cs typeface="Arial"/>
              </a:rPr>
              <a:t>ión</a:t>
            </a:r>
            <a:r>
              <a:rPr lang="es-AR" sz="4800" b="1" noProof="0" dirty="0">
                <a:solidFill>
                  <a:srgbClr val="CC0000"/>
                </a:solidFill>
                <a:latin typeface="Arial"/>
                <a:cs typeface="Arial"/>
              </a:rPr>
              <a:t>	de	Proyectos</a:t>
            </a:r>
            <a:endParaRPr lang="es-AR" sz="48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005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4400" y="1828800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7305">
              <a:lnSpc>
                <a:spcPct val="100000"/>
              </a:lnSpc>
            </a:pPr>
            <a:r>
              <a:rPr lang="es-AR" spc="-20" noProof="0" dirty="0"/>
              <a:t>Introducción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37" y="1970758"/>
            <a:ext cx="7938770" cy="4110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32410">
              <a:lnSpc>
                <a:spcPct val="99800"/>
              </a:lnSpc>
            </a:pPr>
            <a:r>
              <a:rPr lang="es-AR" sz="2400" b="1" spc="-5" noProof="0" dirty="0">
                <a:solidFill>
                  <a:srgbClr val="0000CC"/>
                </a:solidFill>
                <a:latin typeface="Times New Roman"/>
                <a:cs typeface="Times New Roman"/>
              </a:rPr>
              <a:t>L</a:t>
            </a:r>
            <a:r>
              <a:rPr lang="es-AR" sz="2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lang="es-AR" sz="2400" b="1" spc="-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CON</a:t>
            </a:r>
            <a:r>
              <a:rPr lang="es-AR" sz="2400" b="1" spc="-170" noProof="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lang="es-AR" sz="2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lang="es-AR" sz="2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lang="es-AR" sz="2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ILID</a:t>
            </a:r>
            <a:r>
              <a:rPr lang="es-AR" sz="2400" b="1" spc="10" noProof="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lang="es-AR" sz="2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r>
              <a:rPr lang="es-AR" sz="2400" b="1" spc="-27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es una té</a:t>
            </a:r>
            <a:r>
              <a:rPr lang="es-AR" sz="2400" spc="-15" noProof="0" dirty="0">
                <a:latin typeface="Times New Roman"/>
                <a:cs typeface="Times New Roman"/>
              </a:rPr>
              <a:t>c</a:t>
            </a:r>
            <a:r>
              <a:rPr lang="es-AR" sz="2400" noProof="0" dirty="0">
                <a:latin typeface="Times New Roman"/>
                <a:cs typeface="Times New Roman"/>
              </a:rPr>
              <a:t>nica</a:t>
            </a:r>
            <a:r>
              <a:rPr lang="es-AR" sz="2400" spc="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au</a:t>
            </a:r>
            <a:r>
              <a:rPr lang="es-AR" sz="2400" spc="-10" noProof="0" dirty="0">
                <a:latin typeface="Times New Roman"/>
                <a:cs typeface="Times New Roman"/>
              </a:rPr>
              <a:t>x</a:t>
            </a:r>
            <a:r>
              <a:rPr lang="es-AR" sz="2400" noProof="0" dirty="0">
                <a:latin typeface="Times New Roman"/>
                <a:cs typeface="Times New Roman"/>
              </a:rPr>
              <a:t>i</a:t>
            </a:r>
            <a:r>
              <a:rPr lang="es-AR" sz="2400" spc="5" noProof="0" dirty="0">
                <a:latin typeface="Times New Roman"/>
                <a:cs typeface="Times New Roman"/>
              </a:rPr>
              <a:t>l</a:t>
            </a:r>
            <a:r>
              <a:rPr lang="es-AR" sz="2400" noProof="0" dirty="0">
                <a:latin typeface="Times New Roman"/>
                <a:cs typeface="Times New Roman"/>
              </a:rPr>
              <a:t>iar</a:t>
            </a:r>
            <a:r>
              <a:rPr lang="es-AR" sz="2400" spc="-1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de la</a:t>
            </a:r>
            <a:r>
              <a:rPr lang="es-AR" sz="2400" spc="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Econ</a:t>
            </a:r>
            <a:r>
              <a:rPr lang="es-AR" sz="2400" spc="-15" noProof="0" dirty="0">
                <a:latin typeface="Times New Roman"/>
                <a:cs typeface="Times New Roman"/>
              </a:rPr>
              <a:t>o</a:t>
            </a:r>
            <a:r>
              <a:rPr lang="es-AR" sz="2400" spc="-20" noProof="0" dirty="0">
                <a:latin typeface="Times New Roman"/>
                <a:cs typeface="Times New Roman"/>
              </a:rPr>
              <a:t>m</a:t>
            </a:r>
            <a:r>
              <a:rPr lang="es-AR" sz="2400" noProof="0" dirty="0">
                <a:latin typeface="Times New Roman"/>
                <a:cs typeface="Times New Roman"/>
              </a:rPr>
              <a:t>ía, cuya fina</a:t>
            </a:r>
            <a:r>
              <a:rPr lang="es-AR" sz="2400" spc="5" noProof="0" dirty="0">
                <a:latin typeface="Times New Roman"/>
                <a:cs typeface="Times New Roman"/>
              </a:rPr>
              <a:t>l</a:t>
            </a:r>
            <a:r>
              <a:rPr lang="es-AR" sz="2400" noProof="0" dirty="0">
                <a:latin typeface="Times New Roman"/>
                <a:cs typeface="Times New Roman"/>
              </a:rPr>
              <a:t>i</a:t>
            </a:r>
            <a:r>
              <a:rPr lang="es-AR" sz="2400" spc="-10" noProof="0" dirty="0">
                <a:latin typeface="Times New Roman"/>
                <a:cs typeface="Times New Roman"/>
              </a:rPr>
              <a:t>d</a:t>
            </a:r>
            <a:r>
              <a:rPr lang="es-AR" sz="2400" noProof="0" dirty="0">
                <a:latin typeface="Times New Roman"/>
                <a:cs typeface="Times New Roman"/>
              </a:rPr>
              <a:t>ad es </a:t>
            </a:r>
            <a:r>
              <a:rPr lang="es-AR" sz="2400" spc="5" noProof="0" dirty="0">
                <a:latin typeface="Times New Roman"/>
                <a:cs typeface="Times New Roman"/>
              </a:rPr>
              <a:t>a</a:t>
            </a:r>
            <a:r>
              <a:rPr lang="es-AR" sz="2400" noProof="0" dirty="0">
                <a:latin typeface="Times New Roman"/>
                <a:cs typeface="Times New Roman"/>
              </a:rPr>
              <a:t>poyar los pro</a:t>
            </a:r>
            <a:r>
              <a:rPr lang="es-AR" sz="2400" spc="5" noProof="0" dirty="0">
                <a:latin typeface="Times New Roman"/>
                <a:cs typeface="Times New Roman"/>
              </a:rPr>
              <a:t>c</a:t>
            </a:r>
            <a:r>
              <a:rPr lang="es-AR" sz="2400" spc="-10" noProof="0" dirty="0">
                <a:latin typeface="Times New Roman"/>
                <a:cs typeface="Times New Roman"/>
              </a:rPr>
              <a:t>e</a:t>
            </a:r>
            <a:r>
              <a:rPr lang="es-AR" sz="2400" noProof="0" dirty="0">
                <a:latin typeface="Times New Roman"/>
                <a:cs typeface="Times New Roman"/>
              </a:rPr>
              <a:t>s</a:t>
            </a:r>
            <a:r>
              <a:rPr lang="es-AR" sz="2400" spc="-10" noProof="0" dirty="0">
                <a:latin typeface="Times New Roman"/>
                <a:cs typeface="Times New Roman"/>
              </a:rPr>
              <a:t>o</a:t>
            </a:r>
            <a:r>
              <a:rPr lang="es-AR" sz="2400" noProof="0" dirty="0">
                <a:latin typeface="Times New Roman"/>
                <a:cs typeface="Times New Roman"/>
              </a:rPr>
              <a:t>s en </a:t>
            </a:r>
            <a:r>
              <a:rPr lang="es-AR" sz="2400" spc="5" noProof="0" dirty="0">
                <a:latin typeface="Times New Roman"/>
                <a:cs typeface="Times New Roman"/>
              </a:rPr>
              <a:t>l</a:t>
            </a:r>
            <a:r>
              <a:rPr lang="es-AR" sz="2400" noProof="0" dirty="0">
                <a:latin typeface="Times New Roman"/>
                <a:cs typeface="Times New Roman"/>
              </a:rPr>
              <a:t>a</a:t>
            </a:r>
            <a:r>
              <a:rPr lang="es-AR" sz="2400" spc="-13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Ad</a:t>
            </a:r>
            <a:r>
              <a:rPr lang="es-AR" sz="2400" spc="-25" noProof="0" dirty="0">
                <a:latin typeface="Times New Roman"/>
                <a:cs typeface="Times New Roman"/>
              </a:rPr>
              <a:t>m</a:t>
            </a:r>
            <a:r>
              <a:rPr lang="es-AR" sz="2400" spc="10" noProof="0" dirty="0">
                <a:latin typeface="Times New Roman"/>
                <a:cs typeface="Times New Roman"/>
              </a:rPr>
              <a:t>i</a:t>
            </a:r>
            <a:r>
              <a:rPr lang="es-AR" sz="2400" noProof="0" dirty="0">
                <a:latin typeface="Times New Roman"/>
                <a:cs typeface="Times New Roman"/>
              </a:rPr>
              <a:t>nis</a:t>
            </a:r>
            <a:r>
              <a:rPr lang="es-AR" sz="2400" spc="5" noProof="0" dirty="0">
                <a:latin typeface="Times New Roman"/>
                <a:cs typeface="Times New Roman"/>
              </a:rPr>
              <a:t>t</a:t>
            </a:r>
            <a:r>
              <a:rPr lang="es-AR" sz="2400" noProof="0" dirty="0">
                <a:latin typeface="Times New Roman"/>
                <a:cs typeface="Times New Roman"/>
              </a:rPr>
              <a:t>ración </a:t>
            </a:r>
            <a:r>
              <a:rPr lang="es-AR" sz="2400" spc="-10" noProof="0" dirty="0">
                <a:latin typeface="Times New Roman"/>
                <a:cs typeface="Times New Roman"/>
              </a:rPr>
              <a:t>d</a:t>
            </a:r>
            <a:r>
              <a:rPr lang="es-AR" sz="2400" noProof="0" dirty="0">
                <a:latin typeface="Times New Roman"/>
                <a:cs typeface="Times New Roman"/>
              </a:rPr>
              <a:t>e una e</a:t>
            </a:r>
            <a:r>
              <a:rPr lang="es-AR" sz="2400" spc="-15" noProof="0" dirty="0">
                <a:latin typeface="Times New Roman"/>
                <a:cs typeface="Times New Roman"/>
              </a:rPr>
              <a:t>m</a:t>
            </a:r>
            <a:r>
              <a:rPr lang="es-AR" sz="2400" noProof="0" dirty="0">
                <a:latin typeface="Times New Roman"/>
                <a:cs typeface="Times New Roman"/>
              </a:rPr>
              <a:t>presa.</a:t>
            </a:r>
          </a:p>
          <a:p>
            <a:pPr marL="12700" marR="5080">
              <a:lnSpc>
                <a:spcPct val="99800"/>
              </a:lnSpc>
              <a:spcBef>
                <a:spcPts val="509"/>
              </a:spcBef>
            </a:pPr>
            <a:r>
              <a:rPr lang="es-AR" sz="2400" noProof="0" dirty="0">
                <a:latin typeface="Times New Roman"/>
                <a:cs typeface="Times New Roman"/>
              </a:rPr>
              <a:t>La infor</a:t>
            </a:r>
            <a:r>
              <a:rPr lang="es-AR" sz="2400" spc="-20" noProof="0" dirty="0">
                <a:latin typeface="Times New Roman"/>
                <a:cs typeface="Times New Roman"/>
              </a:rPr>
              <a:t>m</a:t>
            </a:r>
            <a:r>
              <a:rPr lang="es-AR" sz="2400" noProof="0" dirty="0">
                <a:latin typeface="Times New Roman"/>
                <a:cs typeface="Times New Roman"/>
              </a:rPr>
              <a:t>a</a:t>
            </a:r>
            <a:r>
              <a:rPr lang="es-AR" sz="2400" spc="10" noProof="0" dirty="0">
                <a:latin typeface="Times New Roman"/>
                <a:cs typeface="Times New Roman"/>
              </a:rPr>
              <a:t>c</a:t>
            </a:r>
            <a:r>
              <a:rPr lang="es-AR" sz="2400" noProof="0" dirty="0">
                <a:latin typeface="Times New Roman"/>
                <a:cs typeface="Times New Roman"/>
              </a:rPr>
              <a:t>ión que ent</a:t>
            </a:r>
            <a:r>
              <a:rPr lang="es-AR" sz="2400" spc="-15" noProof="0" dirty="0">
                <a:latin typeface="Times New Roman"/>
                <a:cs typeface="Times New Roman"/>
              </a:rPr>
              <a:t>r</a:t>
            </a:r>
            <a:r>
              <a:rPr lang="es-AR" sz="2400" noProof="0" dirty="0">
                <a:latin typeface="Times New Roman"/>
                <a:cs typeface="Times New Roman"/>
              </a:rPr>
              <a:t>ega s</a:t>
            </a:r>
            <a:r>
              <a:rPr lang="es-AR" sz="2400" spc="5" noProof="0" dirty="0">
                <a:latin typeface="Times New Roman"/>
                <a:cs typeface="Times New Roman"/>
              </a:rPr>
              <a:t>i</a:t>
            </a:r>
            <a:r>
              <a:rPr lang="es-AR" sz="2400" noProof="0" dirty="0">
                <a:latin typeface="Times New Roman"/>
                <a:cs typeface="Times New Roman"/>
              </a:rPr>
              <a:t>rve a </a:t>
            </a:r>
            <a:r>
              <a:rPr lang="es-AR" sz="2400" spc="-10" noProof="0" dirty="0">
                <a:latin typeface="Times New Roman"/>
                <a:cs typeface="Times New Roman"/>
              </a:rPr>
              <a:t>l</a:t>
            </a:r>
            <a:r>
              <a:rPr lang="es-AR" sz="2400" noProof="0" dirty="0">
                <a:latin typeface="Times New Roman"/>
                <a:cs typeface="Times New Roman"/>
              </a:rPr>
              <a:t>a </a:t>
            </a:r>
            <a:r>
              <a:rPr lang="es-AR" sz="2400" i="1" u="heavy" noProof="0" dirty="0">
                <a:latin typeface="Times New Roman"/>
                <a:cs typeface="Times New Roman"/>
              </a:rPr>
              <a:t>di</a:t>
            </a:r>
            <a:r>
              <a:rPr lang="es-AR" sz="2400" i="1" u="heavy" spc="-90" noProof="0" dirty="0">
                <a:latin typeface="Times New Roman"/>
                <a:cs typeface="Times New Roman"/>
              </a:rPr>
              <a:t>r</a:t>
            </a:r>
            <a:r>
              <a:rPr lang="es-AR" sz="2400" i="1" u="heavy" noProof="0" dirty="0">
                <a:latin typeface="Times New Roman"/>
                <a:cs typeface="Times New Roman"/>
              </a:rPr>
              <a:t>ección</a:t>
            </a:r>
            <a:r>
              <a:rPr lang="es-AR" sz="2400" i="1" u="heavy" spc="-15" noProof="0" dirty="0">
                <a:latin typeface="Times New Roman"/>
                <a:cs typeface="Times New Roman"/>
              </a:rPr>
              <a:t> </a:t>
            </a:r>
            <a:r>
              <a:rPr lang="es-AR" sz="2400" i="1" u="heavy" noProof="0" dirty="0">
                <a:latin typeface="Times New Roman"/>
                <a:cs typeface="Times New Roman"/>
              </a:rPr>
              <a:t>de la </a:t>
            </a:r>
            <a:r>
              <a:rPr lang="es-AR" sz="2400" i="1" u="heavy" spc="5" noProof="0" dirty="0">
                <a:latin typeface="Times New Roman"/>
                <a:cs typeface="Times New Roman"/>
              </a:rPr>
              <a:t>e</a:t>
            </a:r>
            <a:r>
              <a:rPr lang="es-AR" sz="2400" i="1" u="heavy" noProof="0" dirty="0">
                <a:latin typeface="Times New Roman"/>
                <a:cs typeface="Times New Roman"/>
              </a:rPr>
              <a:t>mp</a:t>
            </a:r>
            <a:r>
              <a:rPr lang="es-AR" sz="2400" i="1" u="heavy" spc="-90" noProof="0" dirty="0">
                <a:latin typeface="Times New Roman"/>
                <a:cs typeface="Times New Roman"/>
              </a:rPr>
              <a:t>r</a:t>
            </a:r>
            <a:r>
              <a:rPr lang="es-AR" sz="2400" i="1" u="heavy" noProof="0" dirty="0">
                <a:latin typeface="Times New Roman"/>
                <a:cs typeface="Times New Roman"/>
              </a:rPr>
              <a:t>e</a:t>
            </a:r>
            <a:r>
              <a:rPr lang="es-AR" sz="2400" i="1" u="heavy" spc="-10" noProof="0" dirty="0">
                <a:latin typeface="Times New Roman"/>
                <a:cs typeface="Times New Roman"/>
              </a:rPr>
              <a:t>s</a:t>
            </a:r>
            <a:r>
              <a:rPr lang="es-AR" sz="2400" i="1" u="heavy" noProof="0" dirty="0">
                <a:latin typeface="Times New Roman"/>
                <a:cs typeface="Times New Roman"/>
              </a:rPr>
              <a:t>a</a:t>
            </a:r>
            <a:r>
              <a:rPr lang="es-AR" sz="2400" i="1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para orienta</a:t>
            </a:r>
            <a:r>
              <a:rPr lang="es-AR" sz="2400" spc="-10" noProof="0" dirty="0">
                <a:latin typeface="Times New Roman"/>
                <a:cs typeface="Times New Roman"/>
              </a:rPr>
              <a:t>r</a:t>
            </a:r>
            <a:r>
              <a:rPr lang="es-AR" sz="2400" noProof="0" dirty="0">
                <a:latin typeface="Times New Roman"/>
                <a:cs typeface="Times New Roman"/>
              </a:rPr>
              <a:t>la </a:t>
            </a:r>
            <a:r>
              <a:rPr lang="es-AR" sz="2400" spc="5" noProof="0" dirty="0">
                <a:latin typeface="Times New Roman"/>
                <a:cs typeface="Times New Roman"/>
              </a:rPr>
              <a:t>e</a:t>
            </a:r>
            <a:r>
              <a:rPr lang="es-AR" sz="2400" noProof="0" dirty="0">
                <a:latin typeface="Times New Roman"/>
                <a:cs typeface="Times New Roman"/>
              </a:rPr>
              <a:t>n </a:t>
            </a:r>
            <a:r>
              <a:rPr lang="es-AR" sz="2400" spc="-10" noProof="0" dirty="0">
                <a:latin typeface="Times New Roman"/>
                <a:cs typeface="Times New Roman"/>
              </a:rPr>
              <a:t>l</a:t>
            </a:r>
            <a:r>
              <a:rPr lang="es-AR" sz="2400" noProof="0" dirty="0">
                <a:latin typeface="Times New Roman"/>
                <a:cs typeface="Times New Roman"/>
              </a:rPr>
              <a:t>a </a:t>
            </a:r>
            <a:r>
              <a:rPr lang="es-AR" sz="2400" i="1" u="heavy" noProof="0" dirty="0">
                <a:latin typeface="Times New Roman"/>
                <a:cs typeface="Times New Roman"/>
              </a:rPr>
              <a:t>toma de decisi</a:t>
            </a:r>
            <a:r>
              <a:rPr lang="es-AR" sz="2400" i="1" u="heavy" spc="-15" noProof="0" dirty="0">
                <a:latin typeface="Times New Roman"/>
                <a:cs typeface="Times New Roman"/>
              </a:rPr>
              <a:t>o</a:t>
            </a:r>
            <a:r>
              <a:rPr lang="es-AR" sz="2400" i="1" u="heavy" noProof="0" dirty="0">
                <a:latin typeface="Times New Roman"/>
                <a:cs typeface="Times New Roman"/>
              </a:rPr>
              <a:t>nes</a:t>
            </a:r>
            <a:r>
              <a:rPr lang="es-AR" sz="2400" i="1" spc="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imes New Roman"/>
                <a:cs typeface="Times New Roman"/>
              </a:rPr>
              <a:t>con res</a:t>
            </a:r>
            <a:r>
              <a:rPr lang="es-AR" sz="2400" spc="-10" noProof="0" dirty="0">
                <a:latin typeface="Times New Roman"/>
                <a:cs typeface="Times New Roman"/>
              </a:rPr>
              <a:t>p</a:t>
            </a:r>
            <a:r>
              <a:rPr lang="es-AR" sz="2400" noProof="0" dirty="0">
                <a:latin typeface="Times New Roman"/>
                <a:cs typeface="Times New Roman"/>
              </a:rPr>
              <a:t>ec</a:t>
            </a:r>
            <a:r>
              <a:rPr lang="es-AR" sz="2400" spc="5" noProof="0" dirty="0">
                <a:latin typeface="Times New Roman"/>
                <a:cs typeface="Times New Roman"/>
              </a:rPr>
              <a:t>t</a:t>
            </a:r>
            <a:r>
              <a:rPr lang="es-AR" sz="2400" noProof="0" dirty="0">
                <a:latin typeface="Times New Roman"/>
                <a:cs typeface="Times New Roman"/>
              </a:rPr>
              <a:t>o </a:t>
            </a:r>
            <a:r>
              <a:rPr lang="es-AR" sz="2400" spc="-10" noProof="0" dirty="0">
                <a:latin typeface="Times New Roman"/>
                <a:cs typeface="Times New Roman"/>
              </a:rPr>
              <a:t>a</a:t>
            </a:r>
            <a:r>
              <a:rPr lang="es-AR" sz="2400" noProof="0" dirty="0">
                <a:latin typeface="Times New Roman"/>
                <a:cs typeface="Times New Roman"/>
              </a:rPr>
              <a:t>l futuro de la o</a:t>
            </a:r>
            <a:r>
              <a:rPr lang="es-AR" sz="2400" spc="-40" noProof="0" dirty="0">
                <a:latin typeface="Times New Roman"/>
                <a:cs typeface="Times New Roman"/>
              </a:rPr>
              <a:t>r</a:t>
            </a:r>
            <a:r>
              <a:rPr lang="es-AR" sz="2400" noProof="0" dirty="0">
                <a:latin typeface="Times New Roman"/>
                <a:cs typeface="Times New Roman"/>
              </a:rPr>
              <a:t>ganiza</a:t>
            </a:r>
            <a:r>
              <a:rPr lang="es-AR" sz="2400" spc="-10" noProof="0" dirty="0">
                <a:latin typeface="Times New Roman"/>
                <a:cs typeface="Times New Roman"/>
              </a:rPr>
              <a:t>c</a:t>
            </a:r>
            <a:r>
              <a:rPr lang="es-AR" sz="2400" noProof="0" dirty="0">
                <a:latin typeface="Times New Roman"/>
                <a:cs typeface="Times New Roman"/>
              </a:rPr>
              <a:t>i</a:t>
            </a:r>
            <a:r>
              <a:rPr lang="es-AR" sz="2400" spc="5" noProof="0" dirty="0">
                <a:latin typeface="Times New Roman"/>
                <a:cs typeface="Times New Roman"/>
              </a:rPr>
              <a:t>ó</a:t>
            </a:r>
            <a:r>
              <a:rPr lang="es-AR" sz="2400" noProof="0" dirty="0">
                <a:latin typeface="Times New Roman"/>
                <a:cs typeface="Times New Roman"/>
              </a:rPr>
              <a:t>n.</a:t>
            </a:r>
          </a:p>
          <a:p>
            <a:pPr marL="12700" marR="20955">
              <a:lnSpc>
                <a:spcPct val="99800"/>
              </a:lnSpc>
              <a:spcBef>
                <a:spcPts val="509"/>
              </a:spcBef>
            </a:pP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Se def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i</a:t>
            </a:r>
            <a:r>
              <a:rPr lang="es-AR" sz="2400" i="1" spc="-15" noProof="0" dirty="0">
                <a:solidFill>
                  <a:srgbClr val="000065"/>
                </a:solidFill>
                <a:latin typeface="Times New Roman"/>
                <a:cs typeface="Times New Roman"/>
              </a:rPr>
              <a:t>n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 c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o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mo</a:t>
            </a:r>
            <a:r>
              <a:rPr lang="es-AR" sz="2400" i="1" spc="-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el arte</a:t>
            </a:r>
            <a:r>
              <a:rPr lang="es-AR" sz="2400" i="1" spc="1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spc="-15" noProof="0" dirty="0">
                <a:solidFill>
                  <a:srgbClr val="000065"/>
                </a:solidFill>
                <a:latin typeface="Times New Roman"/>
                <a:cs typeface="Times New Roman"/>
              </a:rPr>
              <a:t>d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 </a:t>
            </a:r>
            <a:r>
              <a:rPr lang="es-AR" sz="2400" i="1" u="heavy" spc="-8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e</a:t>
            </a:r>
            <a:r>
              <a:rPr lang="es-AR" sz="2400" i="1" u="heavy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g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istra</a:t>
            </a:r>
            <a:r>
              <a:rPr lang="es-AR" sz="2400" i="1" u="heavy" spc="-260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, </a:t>
            </a:r>
            <a:r>
              <a:rPr lang="es-AR" sz="2400" i="1" u="heavy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c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las</a:t>
            </a:r>
            <a:r>
              <a:rPr lang="es-AR" sz="2400" i="1" u="heavy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i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ficar y</a:t>
            </a:r>
            <a:r>
              <a:rPr lang="es-AR" sz="2400" i="1" u="heavy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sintetizar</a:t>
            </a:r>
            <a:r>
              <a:rPr lang="es-AR" sz="2400" i="1" spc="1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en forma signi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f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icativa</a:t>
            </a:r>
            <a:r>
              <a:rPr lang="es-AR" sz="2400" i="1" spc="1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ex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p</a:t>
            </a:r>
            <a:r>
              <a:rPr lang="es-AR" sz="2400" i="1" spc="-9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esando</a:t>
            </a:r>
            <a:r>
              <a:rPr lang="es-AR" sz="2400" i="1" spc="-8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en d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i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ne</a:t>
            </a:r>
            <a:r>
              <a:rPr lang="es-AR" sz="2400" i="1" spc="-80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o, los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spc="-15" noProof="0" dirty="0">
                <a:solidFill>
                  <a:srgbClr val="000065"/>
                </a:solidFill>
                <a:latin typeface="Times New Roman"/>
                <a:cs typeface="Times New Roman"/>
              </a:rPr>
              <a:t>a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ctos y operaciones 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económicas</a:t>
            </a:r>
            <a:r>
              <a:rPr lang="es-AR" sz="2400" i="1" u="heavy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y f</a:t>
            </a:r>
            <a:r>
              <a:rPr lang="es-AR" sz="2400" i="1" u="heavy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i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nan</a:t>
            </a:r>
            <a:r>
              <a:rPr lang="es-AR" sz="2400" i="1" u="heavy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c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ie</a:t>
            </a:r>
            <a:r>
              <a:rPr lang="es-AR" sz="2400" i="1" u="heavy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u="heavy" spc="-15" noProof="0" dirty="0">
                <a:solidFill>
                  <a:srgbClr val="000065"/>
                </a:solidFill>
                <a:latin typeface="Times New Roman"/>
                <a:cs typeface="Times New Roman"/>
              </a:rPr>
              <a:t>a</a:t>
            </a:r>
            <a:r>
              <a:rPr lang="es-AR" sz="2400" i="1" u="heavy" noProof="0" dirty="0">
                <a:solidFill>
                  <a:srgbClr val="000065"/>
                </a:solidFill>
                <a:latin typeface="Times New Roman"/>
                <a:cs typeface="Times New Roman"/>
              </a:rPr>
              <a:t>s</a:t>
            </a:r>
            <a:r>
              <a:rPr lang="es-AR" sz="2400" i="1" spc="10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que tuv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i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e</a:t>
            </a:r>
            <a:r>
              <a:rPr lang="es-AR" sz="2400" i="1" spc="-9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on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lugar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en</a:t>
            </a:r>
            <a:r>
              <a:rPr lang="es-AR" sz="2400" i="1" spc="-1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una emp</a:t>
            </a:r>
            <a:r>
              <a:rPr lang="es-AR" sz="2400" i="1" spc="-8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esa,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determinando l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a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s caracter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í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st</a:t>
            </a:r>
            <a:r>
              <a:rPr lang="es-AR" sz="2400" i="1" spc="5" noProof="0" dirty="0">
                <a:solidFill>
                  <a:srgbClr val="000065"/>
                </a:solidFill>
                <a:latin typeface="Times New Roman"/>
                <a:cs typeface="Times New Roman"/>
              </a:rPr>
              <a:t>i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cas</a:t>
            </a:r>
            <a:r>
              <a:rPr lang="es-AR" sz="2400" i="1" spc="-5" noProof="0" dirty="0">
                <a:solidFill>
                  <a:srgbClr val="000065"/>
                </a:solidFill>
                <a:latin typeface="Times New Roman"/>
                <a:cs typeface="Times New Roman"/>
              </a:rPr>
              <a:t> 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 inte</a:t>
            </a:r>
            <a:r>
              <a:rPr lang="es-AR" sz="2400" i="1" spc="-10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p</a:t>
            </a:r>
            <a:r>
              <a:rPr lang="es-AR" sz="2400" i="1" spc="-8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etar sus </a:t>
            </a:r>
            <a:r>
              <a:rPr lang="es-AR" sz="2400" i="1" spc="-85" noProof="0" dirty="0">
                <a:solidFill>
                  <a:srgbClr val="000065"/>
                </a:solidFill>
                <a:latin typeface="Times New Roman"/>
                <a:cs typeface="Times New Roman"/>
              </a:rPr>
              <a:t>r</a:t>
            </a:r>
            <a:r>
              <a:rPr lang="es-AR" sz="2400" i="1" noProof="0" dirty="0">
                <a:solidFill>
                  <a:srgbClr val="000065"/>
                </a:solidFill>
                <a:latin typeface="Times New Roman"/>
                <a:cs typeface="Times New Roman"/>
              </a:rPr>
              <a:t>esultados.</a:t>
            </a:r>
            <a:endParaRPr lang="es-AR" sz="2400" noProof="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8800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4400" y="1828800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 txBox="1"/>
          <p:nvPr/>
        </p:nvSpPr>
        <p:spPr>
          <a:xfrm>
            <a:off x="1019354" y="1130410"/>
            <a:ext cx="695896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600" b="1" spc="-30" noProof="0" dirty="0">
                <a:solidFill>
                  <a:srgbClr val="CC0000"/>
                </a:solidFill>
                <a:latin typeface="Arial"/>
                <a:cs typeface="Arial"/>
              </a:rPr>
              <a:t>Lo</a:t>
            </a:r>
            <a:r>
              <a:rPr lang="es-AR" sz="3600" b="1" spc="-20" noProof="0" dirty="0">
                <a:solidFill>
                  <a:srgbClr val="CC0000"/>
                </a:solidFill>
                <a:latin typeface="Arial"/>
                <a:cs typeface="Arial"/>
              </a:rPr>
              <a:t>s</a:t>
            </a:r>
            <a:r>
              <a:rPr lang="es-AR" sz="3600" b="1" spc="-5" noProof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objetivos</a:t>
            </a:r>
            <a:r>
              <a:rPr lang="es-AR" sz="3600" b="1" spc="-5" noProof="0" dirty="0">
                <a:solidFill>
                  <a:srgbClr val="CC0000"/>
                </a:solidFill>
                <a:latin typeface="Arial"/>
                <a:cs typeface="Arial"/>
              </a:rPr>
              <a:t> d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e</a:t>
            </a:r>
            <a:r>
              <a:rPr lang="es-AR" sz="3600" b="1" spc="-5" noProof="0" dirty="0">
                <a:solidFill>
                  <a:srgbClr val="CC0000"/>
                </a:solidFill>
                <a:latin typeface="Arial"/>
                <a:cs typeface="Arial"/>
              </a:rPr>
              <a:t> l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3600" b="1" spc="-5" noProof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contabilidad</a:t>
            </a:r>
            <a:endParaRPr lang="es-AR" sz="3600" noProof="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605" y="2470830"/>
            <a:ext cx="8034020" cy="3309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2800" spc="-20" noProof="0" dirty="0">
                <a:latin typeface="Arial"/>
                <a:cs typeface="Arial"/>
              </a:rPr>
              <a:t>L</a:t>
            </a:r>
            <a:r>
              <a:rPr lang="es-AR" sz="2800" spc="-15" noProof="0" dirty="0">
                <a:latin typeface="Arial"/>
                <a:cs typeface="Arial"/>
              </a:rPr>
              <a:t>os</a:t>
            </a:r>
            <a:r>
              <a:rPr lang="es-AR" sz="2800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obje</a:t>
            </a:r>
            <a:r>
              <a:rPr lang="es-AR" sz="2800" spc="-5" noProof="0" dirty="0">
                <a:latin typeface="Arial"/>
                <a:cs typeface="Arial"/>
              </a:rPr>
              <a:t>t</a:t>
            </a:r>
            <a:r>
              <a:rPr lang="es-AR" sz="2800" spc="-20" noProof="0" dirty="0">
                <a:latin typeface="Arial"/>
                <a:cs typeface="Arial"/>
              </a:rPr>
              <a:t>i</a:t>
            </a:r>
            <a:r>
              <a:rPr lang="es-AR" sz="2800" spc="-15" noProof="0" dirty="0">
                <a:latin typeface="Arial"/>
                <a:cs typeface="Arial"/>
              </a:rPr>
              <a:t>vos</a:t>
            </a:r>
            <a:r>
              <a:rPr lang="es-AR" sz="2800" noProof="0" dirty="0">
                <a:latin typeface="Arial"/>
                <a:cs typeface="Arial"/>
              </a:rPr>
              <a:t> </a:t>
            </a:r>
            <a:r>
              <a:rPr lang="es-AR" sz="2800" spc="-20" noProof="0" dirty="0">
                <a:latin typeface="Arial"/>
                <a:cs typeface="Arial"/>
              </a:rPr>
              <a:t>de</a:t>
            </a:r>
            <a:r>
              <a:rPr lang="es-AR" sz="2800" spc="1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la cont</a:t>
            </a:r>
            <a:r>
              <a:rPr lang="es-AR" sz="2800" spc="-10" noProof="0" dirty="0">
                <a:latin typeface="Arial"/>
                <a:cs typeface="Arial"/>
              </a:rPr>
              <a:t>a</a:t>
            </a:r>
            <a:r>
              <a:rPr lang="es-AR" sz="2800" spc="-15" noProof="0" dirty="0">
                <a:latin typeface="Arial"/>
                <a:cs typeface="Arial"/>
              </a:rPr>
              <a:t>bilidad</a:t>
            </a:r>
            <a:r>
              <a:rPr lang="es-AR" sz="2800" spc="1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son</a:t>
            </a:r>
            <a:r>
              <a:rPr lang="es-AR" sz="2800" spc="-5" noProof="0" dirty="0">
                <a:latin typeface="Arial"/>
                <a:cs typeface="Arial"/>
              </a:rPr>
              <a:t> </a:t>
            </a:r>
            <a:r>
              <a:rPr lang="es-AR" sz="2800" spc="-20" noProof="0" dirty="0">
                <a:latin typeface="Arial"/>
                <a:cs typeface="Arial"/>
              </a:rPr>
              <a:t>do</a:t>
            </a:r>
            <a:r>
              <a:rPr lang="es-AR" sz="2800" spc="-10" noProof="0" dirty="0">
                <a:latin typeface="Arial"/>
                <a:cs typeface="Arial"/>
              </a:rPr>
              <a:t>s:</a:t>
            </a:r>
            <a:endParaRPr lang="es-AR" sz="28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s-AR" sz="3850" noProof="0" dirty="0">
              <a:latin typeface="Times New Roman"/>
              <a:cs typeface="Times New Roman"/>
            </a:endParaRPr>
          </a:p>
          <a:p>
            <a:pPr marL="469900" marR="1825625" indent="-457200">
              <a:lnSpc>
                <a:spcPct val="102499"/>
              </a:lnSpc>
              <a:buFont typeface="Wingdings"/>
              <a:buChar char=""/>
              <a:tabLst>
                <a:tab pos="470534" algn="l"/>
              </a:tabLst>
            </a:pPr>
            <a:r>
              <a:rPr lang="es-AR" sz="2800" u="sng" spc="-15" noProof="0" dirty="0">
                <a:latin typeface="Arial"/>
                <a:cs typeface="Arial"/>
              </a:rPr>
              <a:t>Deja</a:t>
            </a:r>
            <a:r>
              <a:rPr lang="es-AR" sz="2800" u="sng" spc="-10" noProof="0" dirty="0">
                <a:latin typeface="Arial"/>
                <a:cs typeface="Arial"/>
              </a:rPr>
              <a:t>r</a:t>
            </a:r>
            <a:r>
              <a:rPr lang="es-AR" sz="2800" u="sng" spc="-5" noProof="0" dirty="0">
                <a:latin typeface="Arial"/>
                <a:cs typeface="Arial"/>
              </a:rPr>
              <a:t> </a:t>
            </a:r>
            <a:r>
              <a:rPr lang="es-AR" sz="2800" u="sng" spc="-15" noProof="0" dirty="0">
                <a:latin typeface="Arial"/>
                <a:cs typeface="Arial"/>
              </a:rPr>
              <a:t>cons</a:t>
            </a:r>
            <a:r>
              <a:rPr lang="es-AR" sz="2800" u="sng" spc="-5" noProof="0" dirty="0">
                <a:latin typeface="Arial"/>
                <a:cs typeface="Arial"/>
              </a:rPr>
              <a:t>t</a:t>
            </a:r>
            <a:r>
              <a:rPr lang="es-AR" sz="2800" u="sng" spc="-15" noProof="0" dirty="0">
                <a:latin typeface="Arial"/>
                <a:cs typeface="Arial"/>
              </a:rPr>
              <a:t>ancia</a:t>
            </a:r>
            <a:r>
              <a:rPr lang="es-AR" sz="2800" u="sng" spc="-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d</a:t>
            </a:r>
            <a:r>
              <a:rPr lang="es-AR" sz="2800" spc="-20" noProof="0" dirty="0">
                <a:latin typeface="Arial"/>
                <a:cs typeface="Arial"/>
              </a:rPr>
              <a:t>e</a:t>
            </a:r>
            <a:r>
              <a:rPr lang="es-AR" sz="2800" spc="10" noProof="0" dirty="0">
                <a:latin typeface="Arial"/>
                <a:cs typeface="Arial"/>
              </a:rPr>
              <a:t> </a:t>
            </a:r>
            <a:r>
              <a:rPr lang="es-AR" sz="2800" spc="-10" noProof="0" dirty="0">
                <a:latin typeface="Arial"/>
                <a:cs typeface="Arial"/>
              </a:rPr>
              <a:t>l</a:t>
            </a:r>
            <a:r>
              <a:rPr lang="es-AR" sz="2800" spc="-15" noProof="0" dirty="0">
                <a:latin typeface="Arial"/>
                <a:cs typeface="Arial"/>
              </a:rPr>
              <a:t>as</a:t>
            </a:r>
            <a:r>
              <a:rPr lang="es-AR" sz="2800" spc="-5" noProof="0" dirty="0">
                <a:latin typeface="Arial"/>
                <a:cs typeface="Arial"/>
              </a:rPr>
              <a:t> </a:t>
            </a:r>
            <a:r>
              <a:rPr lang="es-AR" sz="2800" spc="-35" noProof="0" dirty="0">
                <a:latin typeface="Arial"/>
                <a:cs typeface="Arial"/>
              </a:rPr>
              <a:t>o</a:t>
            </a:r>
            <a:r>
              <a:rPr lang="es-AR" sz="2800" spc="-20" noProof="0" dirty="0">
                <a:latin typeface="Arial"/>
                <a:cs typeface="Arial"/>
              </a:rPr>
              <a:t>p</a:t>
            </a:r>
            <a:r>
              <a:rPr lang="es-AR" sz="2800" spc="-15" noProof="0" dirty="0">
                <a:latin typeface="Arial"/>
                <a:cs typeface="Arial"/>
              </a:rPr>
              <a:t>e</a:t>
            </a:r>
            <a:r>
              <a:rPr lang="es-AR" sz="2800" spc="-10" noProof="0" dirty="0">
                <a:latin typeface="Arial"/>
                <a:cs typeface="Arial"/>
              </a:rPr>
              <a:t>r</a:t>
            </a:r>
            <a:r>
              <a:rPr lang="es-AR" sz="2800" spc="-15" noProof="0" dirty="0">
                <a:latin typeface="Arial"/>
                <a:cs typeface="Arial"/>
              </a:rPr>
              <a:t>aciones e</a:t>
            </a:r>
            <a:r>
              <a:rPr lang="es-AR" sz="2800" spc="-10" noProof="0" dirty="0">
                <a:latin typeface="Arial"/>
                <a:cs typeface="Arial"/>
              </a:rPr>
              <a:t>c</a:t>
            </a:r>
            <a:r>
              <a:rPr lang="es-AR" sz="2800" spc="-20" noProof="0" dirty="0">
                <a:latin typeface="Arial"/>
                <a:cs typeface="Arial"/>
              </a:rPr>
              <a:t>o</a:t>
            </a:r>
            <a:r>
              <a:rPr lang="es-AR" sz="2800" spc="-15" noProof="0" dirty="0">
                <a:latin typeface="Arial"/>
                <a:cs typeface="Arial"/>
              </a:rPr>
              <a:t>nómicas</a:t>
            </a:r>
            <a:r>
              <a:rPr lang="es-AR" sz="2800" spc="10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y</a:t>
            </a:r>
            <a:r>
              <a:rPr lang="es-AR" sz="2800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financ</a:t>
            </a:r>
            <a:r>
              <a:rPr lang="es-AR" sz="2800" spc="-5" noProof="0" dirty="0">
                <a:latin typeface="Arial"/>
                <a:cs typeface="Arial"/>
              </a:rPr>
              <a:t>i</a:t>
            </a:r>
            <a:r>
              <a:rPr lang="es-AR" sz="2800" spc="-20" noProof="0" dirty="0">
                <a:latin typeface="Arial"/>
                <a:cs typeface="Arial"/>
              </a:rPr>
              <a:t>e</a:t>
            </a:r>
            <a:r>
              <a:rPr lang="es-AR" sz="2800" spc="-5" noProof="0" dirty="0">
                <a:latin typeface="Arial"/>
                <a:cs typeface="Arial"/>
              </a:rPr>
              <a:t>r</a:t>
            </a:r>
            <a:r>
              <a:rPr lang="es-AR" sz="2800" spc="-15" noProof="0" dirty="0">
                <a:latin typeface="Arial"/>
                <a:cs typeface="Arial"/>
              </a:rPr>
              <a:t>as.</a:t>
            </a:r>
            <a:endParaRPr lang="es-AR" sz="2800" noProof="0" dirty="0">
              <a:latin typeface="Arial"/>
              <a:cs typeface="Arial"/>
            </a:endParaRPr>
          </a:p>
          <a:p>
            <a:pPr marL="469900" marR="5080" indent="-457200">
              <a:lnSpc>
                <a:spcPct val="101499"/>
              </a:lnSpc>
              <a:spcBef>
                <a:spcPts val="885"/>
              </a:spcBef>
              <a:buFont typeface="Wingdings"/>
              <a:buChar char=""/>
              <a:tabLst>
                <a:tab pos="470534" algn="l"/>
              </a:tabLst>
            </a:pPr>
            <a:r>
              <a:rPr lang="es-AR" sz="2800" u="sng" spc="-15" noProof="0" dirty="0">
                <a:latin typeface="Arial"/>
                <a:cs typeface="Arial"/>
              </a:rPr>
              <a:t>In</a:t>
            </a:r>
            <a:r>
              <a:rPr lang="es-AR" sz="2800" u="sng" spc="-5" noProof="0" dirty="0">
                <a:latin typeface="Arial"/>
                <a:cs typeface="Arial"/>
              </a:rPr>
              <a:t>t</a:t>
            </a:r>
            <a:r>
              <a:rPr lang="es-AR" sz="2800" u="sng" spc="-20" noProof="0" dirty="0">
                <a:latin typeface="Arial"/>
                <a:cs typeface="Arial"/>
              </a:rPr>
              <a:t>e</a:t>
            </a:r>
            <a:r>
              <a:rPr lang="es-AR" sz="2800" u="sng" spc="-5" noProof="0" dirty="0">
                <a:latin typeface="Arial"/>
                <a:cs typeface="Arial"/>
              </a:rPr>
              <a:t>r</a:t>
            </a:r>
            <a:r>
              <a:rPr lang="es-AR" sz="2800" u="sng" spc="-20" noProof="0" dirty="0">
                <a:latin typeface="Arial"/>
                <a:cs typeface="Arial"/>
              </a:rPr>
              <a:t>p</a:t>
            </a:r>
            <a:r>
              <a:rPr lang="es-AR" sz="2800" u="sng" spc="-25" noProof="0" dirty="0">
                <a:latin typeface="Arial"/>
                <a:cs typeface="Arial"/>
              </a:rPr>
              <a:t>r</a:t>
            </a:r>
            <a:r>
              <a:rPr lang="es-AR" sz="2800" u="sng" spc="-15" noProof="0" dirty="0">
                <a:latin typeface="Arial"/>
                <a:cs typeface="Arial"/>
              </a:rPr>
              <a:t>et</a:t>
            </a:r>
            <a:r>
              <a:rPr lang="es-AR" sz="2800" u="sng" spc="-10" noProof="0" dirty="0">
                <a:latin typeface="Arial"/>
                <a:cs typeface="Arial"/>
              </a:rPr>
              <a:t>ar</a:t>
            </a:r>
            <a:r>
              <a:rPr lang="es-AR" sz="2800" u="sng" spc="-5" noProof="0" dirty="0">
                <a:latin typeface="Arial"/>
                <a:cs typeface="Arial"/>
              </a:rPr>
              <a:t> l</a:t>
            </a:r>
            <a:r>
              <a:rPr lang="es-AR" sz="2800" u="sng" spc="-15" noProof="0" dirty="0">
                <a:latin typeface="Arial"/>
                <a:cs typeface="Arial"/>
              </a:rPr>
              <a:t>as</a:t>
            </a:r>
            <a:r>
              <a:rPr lang="es-AR" sz="2800" u="sng" spc="-5" noProof="0" dirty="0">
                <a:latin typeface="Arial"/>
                <a:cs typeface="Arial"/>
              </a:rPr>
              <a:t> </a:t>
            </a:r>
            <a:r>
              <a:rPr lang="es-AR" sz="2800" u="sng" spc="-15" noProof="0" dirty="0">
                <a:latin typeface="Arial"/>
                <a:cs typeface="Arial"/>
              </a:rPr>
              <a:t>acti</a:t>
            </a:r>
            <a:r>
              <a:rPr lang="es-AR" sz="2800" u="sng" spc="-5" noProof="0" dirty="0">
                <a:latin typeface="Arial"/>
                <a:cs typeface="Arial"/>
              </a:rPr>
              <a:t>v</a:t>
            </a:r>
            <a:r>
              <a:rPr lang="es-AR" sz="2800" u="sng" spc="-15" noProof="0" dirty="0">
                <a:latin typeface="Arial"/>
                <a:cs typeface="Arial"/>
              </a:rPr>
              <a:t>idades</a:t>
            </a:r>
            <a:r>
              <a:rPr lang="es-AR" sz="2800" u="sng" spc="25" noProof="0" dirty="0">
                <a:latin typeface="Arial"/>
                <a:cs typeface="Arial"/>
              </a:rPr>
              <a:t> </a:t>
            </a:r>
            <a:r>
              <a:rPr lang="es-AR" sz="2800" spc="-20" noProof="0" dirty="0">
                <a:latin typeface="Arial"/>
                <a:cs typeface="Arial"/>
              </a:rPr>
              <a:t>que</a:t>
            </a:r>
            <a:r>
              <a:rPr lang="es-AR" sz="2800" spc="-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determ</a:t>
            </a:r>
            <a:r>
              <a:rPr lang="es-AR" sz="2800" spc="-5" noProof="0" dirty="0">
                <a:latin typeface="Arial"/>
                <a:cs typeface="Arial"/>
              </a:rPr>
              <a:t>i</a:t>
            </a:r>
            <a:r>
              <a:rPr lang="es-AR" sz="2800" spc="-20" noProof="0" dirty="0">
                <a:latin typeface="Arial"/>
                <a:cs typeface="Arial"/>
              </a:rPr>
              <a:t>n</a:t>
            </a:r>
            <a:r>
              <a:rPr lang="es-AR" sz="2800" spc="-15" noProof="0" dirty="0">
                <a:latin typeface="Arial"/>
                <a:cs typeface="Arial"/>
              </a:rPr>
              <a:t>aron</a:t>
            </a:r>
            <a:r>
              <a:rPr lang="es-AR" sz="2800" spc="-5" noProof="0" dirty="0">
                <a:latin typeface="Arial"/>
                <a:cs typeface="Arial"/>
              </a:rPr>
              <a:t> l</a:t>
            </a:r>
            <a:r>
              <a:rPr lang="es-AR" sz="2800" spc="-20" noProof="0" dirty="0">
                <a:latin typeface="Arial"/>
                <a:cs typeface="Arial"/>
              </a:rPr>
              <a:t>a</a:t>
            </a:r>
            <a:r>
              <a:rPr lang="es-AR" sz="2800" spc="-15" noProof="0" dirty="0">
                <a:latin typeface="Arial"/>
                <a:cs typeface="Arial"/>
              </a:rPr>
              <a:t> h</a:t>
            </a:r>
            <a:r>
              <a:rPr lang="es-AR" sz="2800" spc="-5" noProof="0" dirty="0">
                <a:latin typeface="Arial"/>
                <a:cs typeface="Arial"/>
              </a:rPr>
              <a:t>i</a:t>
            </a:r>
            <a:r>
              <a:rPr lang="es-AR" sz="2800" spc="-15" noProof="0" dirty="0">
                <a:latin typeface="Arial"/>
                <a:cs typeface="Arial"/>
              </a:rPr>
              <a:t>s</a:t>
            </a:r>
            <a:r>
              <a:rPr lang="es-AR" sz="2800" spc="-5" noProof="0" dirty="0">
                <a:latin typeface="Arial"/>
                <a:cs typeface="Arial"/>
              </a:rPr>
              <a:t>t</a:t>
            </a:r>
            <a:r>
              <a:rPr lang="es-AR" sz="2800" spc="-15" noProof="0" dirty="0">
                <a:latin typeface="Arial"/>
                <a:cs typeface="Arial"/>
              </a:rPr>
              <a:t>oria</a:t>
            </a:r>
            <a:r>
              <a:rPr lang="es-AR" sz="2800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económi</a:t>
            </a:r>
            <a:r>
              <a:rPr lang="es-AR" sz="2800" spc="-5" noProof="0" dirty="0">
                <a:latin typeface="Arial"/>
                <a:cs typeface="Arial"/>
              </a:rPr>
              <a:t>c</a:t>
            </a:r>
            <a:r>
              <a:rPr lang="es-AR" sz="2800" spc="-20" noProof="0" dirty="0">
                <a:latin typeface="Arial"/>
                <a:cs typeface="Arial"/>
              </a:rPr>
              <a:t>a</a:t>
            </a:r>
            <a:r>
              <a:rPr lang="es-AR" sz="2800" spc="-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y</a:t>
            </a:r>
            <a:r>
              <a:rPr lang="es-AR" sz="2800" spc="20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financ</a:t>
            </a:r>
            <a:r>
              <a:rPr lang="es-AR" sz="2800" spc="-25" noProof="0" dirty="0">
                <a:latin typeface="Arial"/>
                <a:cs typeface="Arial"/>
              </a:rPr>
              <a:t>i</a:t>
            </a:r>
            <a:r>
              <a:rPr lang="es-AR" sz="2800" spc="-20" noProof="0" dirty="0">
                <a:latin typeface="Arial"/>
                <a:cs typeface="Arial"/>
              </a:rPr>
              <a:t>e</a:t>
            </a:r>
            <a:r>
              <a:rPr lang="es-AR" sz="2800" spc="-5" noProof="0" dirty="0">
                <a:latin typeface="Arial"/>
                <a:cs typeface="Arial"/>
              </a:rPr>
              <a:t>r</a:t>
            </a:r>
            <a:r>
              <a:rPr lang="es-AR" sz="2800" spc="-20" noProof="0" dirty="0">
                <a:latin typeface="Arial"/>
                <a:cs typeface="Arial"/>
              </a:rPr>
              <a:t>a</a:t>
            </a:r>
            <a:r>
              <a:rPr lang="es-AR" sz="2800" spc="-5" noProof="0" dirty="0">
                <a:latin typeface="Arial"/>
                <a:cs typeface="Arial"/>
              </a:rPr>
              <a:t> </a:t>
            </a:r>
            <a:r>
              <a:rPr lang="es-AR" sz="2800" spc="-10" noProof="0" dirty="0">
                <a:latin typeface="Arial"/>
                <a:cs typeface="Arial"/>
              </a:rPr>
              <a:t>d</a:t>
            </a:r>
            <a:r>
              <a:rPr lang="es-AR" sz="2800" spc="-20" noProof="0" dirty="0">
                <a:latin typeface="Arial"/>
                <a:cs typeface="Arial"/>
              </a:rPr>
              <a:t>e</a:t>
            </a:r>
            <a:r>
              <a:rPr lang="es-AR" sz="2800" noProof="0" dirty="0">
                <a:latin typeface="Arial"/>
                <a:cs typeface="Arial"/>
              </a:rPr>
              <a:t> </a:t>
            </a:r>
            <a:r>
              <a:rPr lang="es-AR" sz="2800" spc="-20" noProof="0" dirty="0">
                <a:latin typeface="Arial"/>
                <a:cs typeface="Arial"/>
              </a:rPr>
              <a:t>una</a:t>
            </a:r>
            <a:r>
              <a:rPr lang="es-AR" sz="2800" spc="-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e</a:t>
            </a:r>
            <a:r>
              <a:rPr lang="es-AR" sz="2800" spc="-20" noProof="0" dirty="0">
                <a:latin typeface="Arial"/>
                <a:cs typeface="Arial"/>
              </a:rPr>
              <a:t>mp</a:t>
            </a:r>
            <a:r>
              <a:rPr lang="es-AR" sz="2800" spc="-5" noProof="0" dirty="0">
                <a:latin typeface="Arial"/>
                <a:cs typeface="Arial"/>
              </a:rPr>
              <a:t>r</a:t>
            </a:r>
            <a:r>
              <a:rPr lang="es-AR" sz="2800" spc="-15" noProof="0" dirty="0">
                <a:latin typeface="Arial"/>
                <a:cs typeface="Arial"/>
              </a:rPr>
              <a:t>esa para</a:t>
            </a:r>
            <a:r>
              <a:rPr lang="es-AR" sz="2800" spc="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tomar</a:t>
            </a:r>
            <a:r>
              <a:rPr lang="es-AR" sz="2800" spc="5" noProof="0" dirty="0">
                <a:latin typeface="Arial"/>
                <a:cs typeface="Arial"/>
              </a:rPr>
              <a:t> </a:t>
            </a:r>
            <a:r>
              <a:rPr lang="es-AR" sz="2800" spc="-20" noProof="0" dirty="0">
                <a:latin typeface="Arial"/>
                <a:cs typeface="Arial"/>
              </a:rPr>
              <a:t>d</a:t>
            </a:r>
            <a:r>
              <a:rPr lang="es-AR" sz="2800" spc="-15" noProof="0" dirty="0">
                <a:latin typeface="Arial"/>
                <a:cs typeface="Arial"/>
              </a:rPr>
              <a:t>ecisiones</a:t>
            </a:r>
            <a:r>
              <a:rPr lang="es-AR" sz="2800" spc="10" noProof="0" dirty="0">
                <a:latin typeface="Arial"/>
                <a:cs typeface="Arial"/>
              </a:rPr>
              <a:t> </a:t>
            </a:r>
            <a:r>
              <a:rPr lang="es-AR" sz="2800" spc="-20" noProof="0" dirty="0">
                <a:latin typeface="Arial"/>
                <a:cs typeface="Arial"/>
              </a:rPr>
              <a:t>en</a:t>
            </a:r>
            <a:r>
              <a:rPr lang="es-AR" sz="2800" spc="5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el</a:t>
            </a:r>
            <a:r>
              <a:rPr lang="es-AR" sz="2800" spc="-10" noProof="0" dirty="0">
                <a:latin typeface="Arial"/>
                <a:cs typeface="Arial"/>
              </a:rPr>
              <a:t> </a:t>
            </a:r>
            <a:r>
              <a:rPr lang="es-AR" sz="2800" spc="-15" noProof="0" dirty="0">
                <a:latin typeface="Arial"/>
                <a:cs typeface="Arial"/>
              </a:rPr>
              <a:t>fu</a:t>
            </a:r>
            <a:r>
              <a:rPr lang="es-AR" sz="2800" spc="-5" noProof="0" dirty="0">
                <a:latin typeface="Arial"/>
                <a:cs typeface="Arial"/>
              </a:rPr>
              <a:t>t</a:t>
            </a:r>
            <a:r>
              <a:rPr lang="es-AR" sz="2800" spc="-20" noProof="0" dirty="0">
                <a:latin typeface="Arial"/>
                <a:cs typeface="Arial"/>
              </a:rPr>
              <a:t>u</a:t>
            </a:r>
            <a:r>
              <a:rPr lang="es-AR" sz="2800" spc="-5" noProof="0" dirty="0">
                <a:latin typeface="Arial"/>
                <a:cs typeface="Arial"/>
              </a:rPr>
              <a:t>r</a:t>
            </a:r>
            <a:r>
              <a:rPr lang="es-AR" sz="2800" spc="-15" noProof="0" dirty="0">
                <a:latin typeface="Arial"/>
                <a:cs typeface="Arial"/>
              </a:rPr>
              <a:t>o.</a:t>
            </a:r>
            <a:endParaRPr lang="es-AR" sz="28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2070" y="967342"/>
            <a:ext cx="38887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Ciclo</a:t>
            </a:r>
            <a:r>
              <a:rPr lang="es-AR" sz="3600" b="1" spc="-10" noProof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lang="es-AR" sz="3600" b="1" spc="5" noProof="0" dirty="0">
                <a:solidFill>
                  <a:srgbClr val="CC0000"/>
                </a:solidFill>
                <a:latin typeface="Arial"/>
                <a:cs typeface="Arial"/>
              </a:rPr>
              <a:t>E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mpres</a:t>
            </a:r>
            <a:r>
              <a:rPr lang="es-AR" sz="3600" b="1" spc="5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rial</a:t>
            </a:r>
            <a:endParaRPr lang="es-AR" sz="3600" noProof="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8973" y="3397122"/>
            <a:ext cx="2135505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lang="es-AR" sz="2400" b="1" spc="-5" noProof="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lang="es-AR" sz="2400" b="1" spc="-10" noProof="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lang="es-AR" sz="2400" b="1" spc="-20" noProof="0" dirty="0">
                <a:solidFill>
                  <a:srgbClr val="FFFFFF"/>
                </a:solidFill>
                <a:latin typeface="Tahoma"/>
                <a:cs typeface="Tahoma"/>
              </a:rPr>
              <a:t>nta</a:t>
            </a:r>
            <a:r>
              <a:rPr lang="es-AR" sz="2400" b="1" spc="-15" noProof="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lang="es-AR" sz="2400" b="1" spc="-10" noProof="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lang="es-AR" sz="2400" b="1" spc="-20" noProof="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lang="es-AR" sz="2400" b="1" noProof="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lang="es-AR" sz="2400" b="1" spc="5" noProof="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lang="es-AR" sz="2400" b="1" noProof="0" dirty="0">
                <a:solidFill>
                  <a:srgbClr val="FFFFFF"/>
                </a:solidFill>
                <a:latin typeface="Tahoma"/>
                <a:cs typeface="Tahoma"/>
              </a:rPr>
              <a:t>ad</a:t>
            </a:r>
            <a:endParaRPr lang="es-AR" sz="2400" noProof="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728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3803" y="1768005"/>
            <a:ext cx="8229600" cy="3841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/>
          <p:nvPr/>
        </p:nvSpPr>
        <p:spPr>
          <a:xfrm>
            <a:off x="34290" y="1414144"/>
            <a:ext cx="9001760" cy="5314315"/>
          </a:xfrm>
          <a:custGeom>
            <a:avLst/>
            <a:gdLst/>
            <a:ahLst/>
            <a:cxnLst/>
            <a:rect l="l" t="t" r="r" b="b"/>
            <a:pathLst>
              <a:path w="9001760" h="5314315">
                <a:moveTo>
                  <a:pt x="0" y="5314200"/>
                </a:moveTo>
                <a:lnTo>
                  <a:pt x="9001633" y="5314200"/>
                </a:lnTo>
                <a:lnTo>
                  <a:pt x="9001633" y="0"/>
                </a:lnTo>
                <a:lnTo>
                  <a:pt x="0" y="0"/>
                </a:lnTo>
                <a:lnTo>
                  <a:pt x="0" y="5314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5" name="object 5"/>
          <p:cNvSpPr txBox="1"/>
          <p:nvPr/>
        </p:nvSpPr>
        <p:spPr>
          <a:xfrm>
            <a:off x="2261361" y="952102"/>
            <a:ext cx="45491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Usuarios Principales</a:t>
            </a:r>
            <a:endParaRPr lang="es-AR" sz="3600" noProof="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265" y="1438881"/>
            <a:ext cx="8820785" cy="489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6360">
              <a:lnSpc>
                <a:spcPts val="2410"/>
              </a:lnSpc>
            </a:pPr>
            <a:r>
              <a:rPr lang="es-AR" sz="2200" spc="-15" noProof="0" dirty="0">
                <a:latin typeface="Tahoma"/>
                <a:cs typeface="Tahoma"/>
              </a:rPr>
              <a:t>La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Cont</a:t>
            </a:r>
            <a:r>
              <a:rPr lang="es-AR" sz="2200" spc="-10" noProof="0" dirty="0">
                <a:latin typeface="Tahoma"/>
                <a:cs typeface="Tahoma"/>
              </a:rPr>
              <a:t>abil</a:t>
            </a:r>
            <a:r>
              <a:rPr lang="es-AR" sz="2200" spc="0" noProof="0" dirty="0">
                <a:latin typeface="Tahoma"/>
                <a:cs typeface="Tahoma"/>
              </a:rPr>
              <a:t>i</a:t>
            </a:r>
            <a:r>
              <a:rPr lang="es-AR" sz="2200" spc="-15" noProof="0" dirty="0">
                <a:latin typeface="Tahoma"/>
                <a:cs typeface="Tahoma"/>
              </a:rPr>
              <a:t>dad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0" noProof="0" dirty="0">
                <a:latin typeface="Tahoma"/>
                <a:cs typeface="Tahoma"/>
              </a:rPr>
              <a:t>s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un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si</a:t>
            </a:r>
            <a:r>
              <a:rPr lang="es-AR" sz="2200" spc="-5" noProof="0" dirty="0">
                <a:latin typeface="Tahoma"/>
                <a:cs typeface="Tahoma"/>
              </a:rPr>
              <a:t>s</a:t>
            </a:r>
            <a:r>
              <a:rPr lang="es-AR" sz="2200" spc="-20" noProof="0" dirty="0">
                <a:latin typeface="Tahoma"/>
                <a:cs typeface="Tahoma"/>
              </a:rPr>
              <a:t>tem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in</a:t>
            </a:r>
            <a:r>
              <a:rPr lang="es-AR" sz="2200" spc="-20" noProof="0" dirty="0">
                <a:latin typeface="Tahoma"/>
                <a:cs typeface="Tahoma"/>
              </a:rPr>
              <a:t>f</a:t>
            </a:r>
            <a:r>
              <a:rPr lang="es-AR" sz="2200" spc="-15" noProof="0" dirty="0">
                <a:latin typeface="Tahoma"/>
                <a:cs typeface="Tahoma"/>
              </a:rPr>
              <a:t>ormac</a:t>
            </a:r>
            <a:r>
              <a:rPr lang="es-AR" sz="2200" noProof="0" dirty="0">
                <a:latin typeface="Tahoma"/>
                <a:cs typeface="Tahoma"/>
              </a:rPr>
              <a:t>i</a:t>
            </a:r>
            <a:r>
              <a:rPr lang="es-AR" sz="2200" spc="-15" noProof="0" dirty="0">
                <a:latin typeface="Tahoma"/>
                <a:cs typeface="Tahoma"/>
              </a:rPr>
              <a:t>ón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y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pu</a:t>
            </a:r>
            <a:r>
              <a:rPr lang="es-AR" sz="2200" spc="-25" noProof="0" dirty="0">
                <a:latin typeface="Tahoma"/>
                <a:cs typeface="Tahoma"/>
              </a:rPr>
              <a:t>e</a:t>
            </a:r>
            <a:r>
              <a:rPr lang="es-AR" sz="2200" spc="-10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5" noProof="0" dirty="0">
                <a:latin typeface="Tahoma"/>
                <a:cs typeface="Tahoma"/>
              </a:rPr>
              <a:t>s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0" noProof="0" dirty="0">
                <a:latin typeface="Tahoma"/>
                <a:cs typeface="Tahoma"/>
              </a:rPr>
              <a:t>r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u</a:t>
            </a:r>
            <a:r>
              <a:rPr lang="es-AR" sz="2200" spc="-5" noProof="0" dirty="0">
                <a:latin typeface="Tahoma"/>
                <a:cs typeface="Tahoma"/>
              </a:rPr>
              <a:t>t</a:t>
            </a:r>
            <a:r>
              <a:rPr lang="es-AR" sz="2200" spc="-10" noProof="0" dirty="0">
                <a:latin typeface="Tahoma"/>
                <a:cs typeface="Tahoma"/>
              </a:rPr>
              <a:t>ilizada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por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distintos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</a:t>
            </a:r>
            <a:r>
              <a:rPr lang="es-AR" sz="2200" spc="-25" noProof="0" dirty="0">
                <a:latin typeface="Tahoma"/>
                <a:cs typeface="Tahoma"/>
              </a:rPr>
              <a:t>e</a:t>
            </a:r>
            <a:r>
              <a:rPr lang="es-AR" sz="2200" noProof="0" dirty="0">
                <a:latin typeface="Tahoma"/>
                <a:cs typeface="Tahoma"/>
              </a:rPr>
              <a:t>s</a:t>
            </a:r>
            <a:r>
              <a:rPr lang="es-AR" sz="2200" spc="-15" noProof="0" dirty="0">
                <a:latin typeface="Tahoma"/>
                <a:cs typeface="Tahoma"/>
              </a:rPr>
              <a:t>tinatar</a:t>
            </a:r>
            <a:r>
              <a:rPr lang="es-AR" sz="2200" spc="0" noProof="0" dirty="0">
                <a:latin typeface="Tahoma"/>
                <a:cs typeface="Tahoma"/>
              </a:rPr>
              <a:t>i</a:t>
            </a:r>
            <a:r>
              <a:rPr lang="es-AR" sz="2200" spc="-10" noProof="0" dirty="0">
                <a:latin typeface="Tahoma"/>
                <a:cs typeface="Tahoma"/>
              </a:rPr>
              <a:t>os:</a:t>
            </a:r>
            <a:endParaRPr lang="es-AR" sz="2200" noProof="0" dirty="0">
              <a:latin typeface="Tahoma"/>
              <a:cs typeface="Tahoma"/>
            </a:endParaRPr>
          </a:p>
          <a:p>
            <a:pPr marL="12700" marR="315595">
              <a:lnSpc>
                <a:spcPts val="2360"/>
              </a:lnSpc>
              <a:spcBef>
                <a:spcPts val="415"/>
              </a:spcBef>
            </a:pP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Dueños/</a:t>
            </a:r>
            <a:r>
              <a:rPr lang="es-AR" sz="2200" spc="0" noProof="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r>
              <a:rPr lang="es-AR" sz="2200" spc="-35" noProof="0" dirty="0">
                <a:solidFill>
                  <a:srgbClr val="0000CC"/>
                </a:solidFill>
                <a:latin typeface="Tahoma"/>
                <a:cs typeface="Tahoma"/>
              </a:rPr>
              <a:t>c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c</a:t>
            </a:r>
            <a:r>
              <a:rPr lang="es-AR" sz="2200" noProof="0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onistas:</a:t>
            </a:r>
            <a:r>
              <a:rPr lang="es-AR" sz="2200" spc="16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p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-35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u="heavy" spc="-15" noProof="0" dirty="0">
                <a:latin typeface="Tahoma"/>
                <a:cs typeface="Tahoma"/>
              </a:rPr>
              <a:t>deter</a:t>
            </a:r>
            <a:r>
              <a:rPr lang="es-AR" sz="2200" u="heavy" spc="-25" noProof="0" dirty="0">
                <a:latin typeface="Tahoma"/>
                <a:cs typeface="Tahoma"/>
              </a:rPr>
              <a:t>m</a:t>
            </a:r>
            <a:r>
              <a:rPr lang="es-AR" sz="2200" u="heavy" spc="-10" noProof="0" dirty="0">
                <a:latin typeface="Tahoma"/>
                <a:cs typeface="Tahoma"/>
              </a:rPr>
              <a:t>inar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5" noProof="0" dirty="0">
                <a:latin typeface="Tahoma"/>
                <a:cs typeface="Tahoma"/>
              </a:rPr>
              <a:t>l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capita</a:t>
            </a:r>
            <a:r>
              <a:rPr lang="es-AR" sz="2200" spc="-5" noProof="0" dirty="0">
                <a:latin typeface="Tahoma"/>
                <a:cs typeface="Tahoma"/>
              </a:rPr>
              <a:t>l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0" noProof="0" dirty="0">
                <a:latin typeface="Tahoma"/>
                <a:cs typeface="Tahoma"/>
              </a:rPr>
              <a:t>i</a:t>
            </a:r>
            <a:r>
              <a:rPr lang="es-AR" sz="2200" spc="-45" noProof="0" dirty="0">
                <a:latin typeface="Tahoma"/>
                <a:cs typeface="Tahoma"/>
              </a:rPr>
              <a:t>n</a:t>
            </a:r>
            <a:r>
              <a:rPr lang="es-AR" sz="2200" spc="-30" noProof="0" dirty="0">
                <a:latin typeface="Tahoma"/>
                <a:cs typeface="Tahoma"/>
              </a:rPr>
              <a:t>v</a:t>
            </a:r>
            <a:r>
              <a:rPr lang="es-AR" sz="2200" spc="-15" noProof="0" dirty="0">
                <a:latin typeface="Tahoma"/>
                <a:cs typeface="Tahoma"/>
              </a:rPr>
              <a:t>ert</a:t>
            </a:r>
            <a:r>
              <a:rPr lang="es-AR" sz="2200" spc="-5" noProof="0" dirty="0">
                <a:latin typeface="Tahoma"/>
                <a:cs typeface="Tahoma"/>
              </a:rPr>
              <a:t>id</a:t>
            </a:r>
            <a:r>
              <a:rPr lang="es-AR" sz="2200" spc="-55" noProof="0" dirty="0">
                <a:latin typeface="Tahoma"/>
                <a:cs typeface="Tahoma"/>
              </a:rPr>
              <a:t>o</a:t>
            </a:r>
            <a:r>
              <a:rPr lang="es-AR" sz="2200" spc="-10" noProof="0" dirty="0">
                <a:latin typeface="Tahoma"/>
                <a:cs typeface="Tahoma"/>
              </a:rPr>
              <a:t>,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5" noProof="0" dirty="0">
                <a:latin typeface="Tahoma"/>
                <a:cs typeface="Tahoma"/>
              </a:rPr>
              <a:t>l</a:t>
            </a:r>
            <a:r>
              <a:rPr lang="es-AR" sz="2200" spc="160" noProof="0" dirty="0">
                <a:latin typeface="Times New Roman"/>
                <a:cs typeface="Times New Roman"/>
              </a:rPr>
              <a:t> </a:t>
            </a:r>
            <a:r>
              <a:rPr lang="es-AR" sz="2200" spc="-25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esul</a:t>
            </a:r>
            <a:r>
              <a:rPr lang="es-AR" sz="2200" noProof="0" dirty="0">
                <a:latin typeface="Tahoma"/>
                <a:cs typeface="Tahoma"/>
              </a:rPr>
              <a:t>t</a:t>
            </a:r>
            <a:r>
              <a:rPr lang="es-AR" sz="2200" spc="-15" noProof="0" dirty="0">
                <a:latin typeface="Tahoma"/>
                <a:cs typeface="Tahoma"/>
              </a:rPr>
              <a:t>ado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12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exp</a:t>
            </a:r>
            <a:r>
              <a:rPr lang="es-AR" sz="2200" noProof="0" dirty="0">
                <a:latin typeface="Tahoma"/>
                <a:cs typeface="Tahoma"/>
              </a:rPr>
              <a:t>l</a:t>
            </a:r>
            <a:r>
              <a:rPr lang="es-AR" sz="2200" spc="-10" noProof="0" dirty="0">
                <a:latin typeface="Tahoma"/>
                <a:cs typeface="Tahoma"/>
              </a:rPr>
              <a:t>otación,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pérdidas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y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g</a:t>
            </a:r>
            <a:r>
              <a:rPr lang="es-AR" sz="2200" spc="-10" noProof="0" dirty="0">
                <a:latin typeface="Tahoma"/>
                <a:cs typeface="Tahoma"/>
              </a:rPr>
              <a:t>a</a:t>
            </a:r>
            <a:r>
              <a:rPr lang="es-AR" sz="2200" spc="-15" noProof="0" dirty="0">
                <a:latin typeface="Tahoma"/>
                <a:cs typeface="Tahoma"/>
              </a:rPr>
              <a:t>na</a:t>
            </a:r>
            <a:r>
              <a:rPr lang="es-AR" sz="2200" spc="-10" noProof="0" dirty="0">
                <a:latin typeface="Tahoma"/>
                <a:cs typeface="Tahoma"/>
              </a:rPr>
              <a:t>n</a:t>
            </a:r>
            <a:r>
              <a:rPr lang="es-AR" sz="2200" spc="-15" noProof="0" dirty="0">
                <a:latin typeface="Tahoma"/>
                <a:cs typeface="Tahoma"/>
              </a:rPr>
              <a:t>cias.</a:t>
            </a:r>
            <a:endParaRPr lang="es-AR" sz="2200" noProof="0" dirty="0">
              <a:latin typeface="Tahoma"/>
              <a:cs typeface="Tahoma"/>
            </a:endParaRPr>
          </a:p>
          <a:p>
            <a:pPr marL="12700" marR="5080">
              <a:lnSpc>
                <a:spcPts val="2380"/>
              </a:lnSpc>
              <a:spcBef>
                <a:spcPts val="490"/>
              </a:spcBef>
            </a:pP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Entida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d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e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13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F</a:t>
            </a:r>
            <a:r>
              <a:rPr lang="es-AR" sz="2200" noProof="0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nan</a:t>
            </a:r>
            <a:r>
              <a:rPr lang="es-AR" sz="2200" spc="-30" noProof="0" dirty="0">
                <a:solidFill>
                  <a:srgbClr val="0000CC"/>
                </a:solidFill>
                <a:latin typeface="Tahoma"/>
                <a:cs typeface="Tahoma"/>
              </a:rPr>
              <a:t>c</a:t>
            </a:r>
            <a:r>
              <a:rPr lang="es-AR" sz="2200" spc="0" noProof="0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e</a:t>
            </a:r>
            <a:r>
              <a:rPr lang="es-AR" sz="2200" spc="-50" noProof="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as/</a:t>
            </a:r>
            <a:r>
              <a:rPr lang="es-AR" sz="2200" spc="10" noProof="0" dirty="0">
                <a:solidFill>
                  <a:srgbClr val="0000CC"/>
                </a:solidFill>
                <a:latin typeface="Tahoma"/>
                <a:cs typeface="Tahoma"/>
              </a:rPr>
              <a:t>B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an</a:t>
            </a:r>
            <a:r>
              <a:rPr lang="es-AR" sz="2200" spc="-25" noProof="0" dirty="0">
                <a:solidFill>
                  <a:srgbClr val="0000CC"/>
                </a:solidFill>
                <a:latin typeface="Tahoma"/>
                <a:cs typeface="Tahoma"/>
              </a:rPr>
              <a:t>c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ar</a:t>
            </a:r>
            <a:r>
              <a:rPr lang="es-AR" sz="2200" spc="0" noProof="0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as:</a:t>
            </a:r>
            <a:r>
              <a:rPr lang="es-AR" sz="2200" spc="15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p</a:t>
            </a:r>
            <a:r>
              <a:rPr lang="es-AR" sz="2200" spc="-10" noProof="0" dirty="0">
                <a:latin typeface="Tahoma"/>
                <a:cs typeface="Tahoma"/>
              </a:rPr>
              <a:t>a</a:t>
            </a:r>
            <a:r>
              <a:rPr lang="es-AR" sz="2200" spc="-50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5" noProof="0" dirty="0">
                <a:latin typeface="Tahoma"/>
                <a:cs typeface="Tahoma"/>
              </a:rPr>
              <a:t>d</a:t>
            </a:r>
            <a:r>
              <a:rPr lang="es-AR" sz="2200" spc="-10" noProof="0" dirty="0">
                <a:latin typeface="Tahoma"/>
                <a:cs typeface="Tahoma"/>
              </a:rPr>
              <a:t>e</a:t>
            </a:r>
            <a:r>
              <a:rPr lang="es-AR" sz="2200" spc="-15" noProof="0" dirty="0">
                <a:latin typeface="Tahoma"/>
                <a:cs typeface="Tahoma"/>
              </a:rPr>
              <a:t>termi</a:t>
            </a:r>
            <a:r>
              <a:rPr lang="es-AR" sz="2200" spc="-5" noProof="0" dirty="0">
                <a:latin typeface="Tahoma"/>
                <a:cs typeface="Tahoma"/>
              </a:rPr>
              <a:t>n</a:t>
            </a:r>
            <a:r>
              <a:rPr lang="es-AR" sz="2200" spc="-10" noProof="0" dirty="0">
                <a:latin typeface="Tahoma"/>
                <a:cs typeface="Tahoma"/>
              </a:rPr>
              <a:t>ar</a:t>
            </a:r>
            <a:r>
              <a:rPr lang="es-AR" sz="2200" spc="130" noProof="0" dirty="0">
                <a:latin typeface="Times New Roman"/>
                <a:cs typeface="Times New Roman"/>
              </a:rPr>
              <a:t> </a:t>
            </a:r>
            <a:r>
              <a:rPr lang="es-AR" sz="2200" u="heavy" spc="-10" noProof="0" dirty="0">
                <a:latin typeface="Tahoma"/>
                <a:cs typeface="Tahoma"/>
              </a:rPr>
              <a:t>la </a:t>
            </a:r>
            <a:r>
              <a:rPr lang="es-AR" sz="2200" u="heavy" spc="-15" noProof="0" dirty="0">
                <a:latin typeface="Tahoma"/>
                <a:cs typeface="Tahoma"/>
              </a:rPr>
              <a:t>capaci</a:t>
            </a:r>
            <a:r>
              <a:rPr lang="es-AR" sz="2200" u="heavy" spc="-5" noProof="0" dirty="0">
                <a:latin typeface="Tahoma"/>
                <a:cs typeface="Tahoma"/>
              </a:rPr>
              <a:t>d</a:t>
            </a:r>
            <a:r>
              <a:rPr lang="es-AR" sz="2200" u="heavy" spc="-15" noProof="0" dirty="0">
                <a:latin typeface="Tahoma"/>
                <a:cs typeface="Tahoma"/>
              </a:rPr>
              <a:t>ad</a:t>
            </a:r>
            <a:r>
              <a:rPr lang="es-AR" sz="2200" spc="114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pago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y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2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solve</a:t>
            </a:r>
            <a:r>
              <a:rPr lang="es-AR" sz="2200" spc="-10" noProof="0" dirty="0">
                <a:latin typeface="Tahoma"/>
                <a:cs typeface="Tahoma"/>
              </a:rPr>
              <a:t>n</a:t>
            </a:r>
            <a:r>
              <a:rPr lang="es-AR" sz="2200" spc="-15" noProof="0" dirty="0">
                <a:latin typeface="Tahoma"/>
                <a:cs typeface="Tahoma"/>
              </a:rPr>
              <a:t>cia</a:t>
            </a:r>
            <a:r>
              <a:rPr lang="es-AR" sz="2200" spc="130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e</a:t>
            </a:r>
            <a:r>
              <a:rPr lang="es-AR" sz="2200" spc="-20" noProof="0" dirty="0">
                <a:latin typeface="Tahoma"/>
                <a:cs typeface="Tahoma"/>
              </a:rPr>
              <a:t>c</a:t>
            </a:r>
            <a:r>
              <a:rPr lang="es-AR" sz="2200" spc="-25" noProof="0" dirty="0">
                <a:latin typeface="Tahoma"/>
                <a:cs typeface="Tahoma"/>
              </a:rPr>
              <a:t>o</a:t>
            </a:r>
            <a:r>
              <a:rPr lang="es-AR" sz="2200" spc="-10" noProof="0" dirty="0">
                <a:latin typeface="Tahoma"/>
                <a:cs typeface="Tahoma"/>
              </a:rPr>
              <a:t>n</a:t>
            </a:r>
            <a:r>
              <a:rPr lang="es-AR" sz="2200" spc="-15" noProof="0" dirty="0">
                <a:latin typeface="Tahoma"/>
                <a:cs typeface="Tahoma"/>
              </a:rPr>
              <a:t>ómi</a:t>
            </a:r>
            <a:r>
              <a:rPr lang="es-AR" sz="2200" spc="-10" noProof="0" dirty="0">
                <a:latin typeface="Tahoma"/>
                <a:cs typeface="Tahoma"/>
              </a:rPr>
              <a:t>c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empr</a:t>
            </a:r>
            <a:r>
              <a:rPr lang="es-AR" sz="2200" spc="-10" noProof="0" dirty="0">
                <a:latin typeface="Tahoma"/>
                <a:cs typeface="Tahoma"/>
              </a:rPr>
              <a:t>e</a:t>
            </a:r>
            <a:r>
              <a:rPr lang="es-AR" sz="2200" spc="-15" noProof="0" dirty="0">
                <a:latin typeface="Tahoma"/>
                <a:cs typeface="Tahoma"/>
              </a:rPr>
              <a:t>sa.</a:t>
            </a:r>
            <a:endParaRPr lang="es-AR" sz="2200" noProof="0" dirty="0">
              <a:latin typeface="Tahoma"/>
              <a:cs typeface="Tahoma"/>
            </a:endParaRPr>
          </a:p>
          <a:p>
            <a:pPr marL="12700" marR="835660">
              <a:lnSpc>
                <a:spcPts val="2380"/>
              </a:lnSpc>
              <a:spcBef>
                <a:spcPts val="475"/>
              </a:spcBef>
            </a:pP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Fisco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:</a:t>
            </a:r>
            <a:r>
              <a:rPr lang="es-AR" sz="2200" spc="16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dete</a:t>
            </a:r>
            <a:r>
              <a:rPr lang="es-AR" sz="2200" spc="-5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minar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las</a:t>
            </a:r>
            <a:r>
              <a:rPr lang="es-AR" sz="2200" spc="150" noProof="0" dirty="0">
                <a:latin typeface="Times New Roman"/>
                <a:cs typeface="Times New Roman"/>
              </a:rPr>
              <a:t> </a:t>
            </a:r>
            <a:r>
              <a:rPr lang="es-AR" sz="2200" u="heavy" spc="-10" noProof="0" dirty="0">
                <a:latin typeface="Tahoma"/>
                <a:cs typeface="Tahoma"/>
              </a:rPr>
              <a:t>obl</a:t>
            </a:r>
            <a:r>
              <a:rPr lang="es-AR" sz="2200" u="heavy" noProof="0" dirty="0">
                <a:latin typeface="Tahoma"/>
                <a:cs typeface="Tahoma"/>
              </a:rPr>
              <a:t>i</a:t>
            </a:r>
            <a:r>
              <a:rPr lang="es-AR" sz="2200" u="heavy" spc="-15" noProof="0" dirty="0">
                <a:latin typeface="Tahoma"/>
                <a:cs typeface="Tahoma"/>
              </a:rPr>
              <a:t>ga</a:t>
            </a:r>
            <a:r>
              <a:rPr lang="es-AR" sz="2200" u="heavy" spc="-25" noProof="0" dirty="0">
                <a:latin typeface="Tahoma"/>
                <a:cs typeface="Tahoma"/>
              </a:rPr>
              <a:t>c</a:t>
            </a:r>
            <a:r>
              <a:rPr lang="es-AR" sz="2200" u="heavy" spc="0" noProof="0" dirty="0">
                <a:latin typeface="Tahoma"/>
                <a:cs typeface="Tahoma"/>
              </a:rPr>
              <a:t>i</a:t>
            </a:r>
            <a:r>
              <a:rPr lang="es-AR" sz="2200" u="heavy" spc="-15" noProof="0" dirty="0">
                <a:latin typeface="Tahoma"/>
                <a:cs typeface="Tahoma"/>
              </a:rPr>
              <a:t>on</a:t>
            </a:r>
            <a:r>
              <a:rPr lang="es-AR" sz="2200" u="heavy" spc="-25" noProof="0" dirty="0">
                <a:latin typeface="Tahoma"/>
                <a:cs typeface="Tahoma"/>
              </a:rPr>
              <a:t>e</a:t>
            </a:r>
            <a:r>
              <a:rPr lang="es-AR" sz="2200" u="heavy" spc="-10" noProof="0" dirty="0">
                <a:latin typeface="Tahoma"/>
                <a:cs typeface="Tahoma"/>
              </a:rPr>
              <a:t>s </a:t>
            </a:r>
            <a:r>
              <a:rPr lang="es-AR" sz="2200" u="heavy" spc="0" noProof="0" dirty="0">
                <a:latin typeface="Tahoma"/>
                <a:cs typeface="Tahoma"/>
              </a:rPr>
              <a:t>i</a:t>
            </a:r>
            <a:r>
              <a:rPr lang="es-AR" sz="2200" u="heavy" spc="-10" noProof="0" dirty="0">
                <a:latin typeface="Tahoma"/>
                <a:cs typeface="Tahoma"/>
              </a:rPr>
              <a:t>mpositi</a:t>
            </a:r>
            <a:r>
              <a:rPr lang="es-AR" sz="2200" u="heavy" spc="-55" noProof="0" dirty="0">
                <a:latin typeface="Tahoma"/>
                <a:cs typeface="Tahoma"/>
              </a:rPr>
              <a:t>v</a:t>
            </a:r>
            <a:r>
              <a:rPr lang="es-AR" sz="2200" u="heavy" spc="-15" noProof="0" dirty="0">
                <a:latin typeface="Tahoma"/>
                <a:cs typeface="Tahoma"/>
              </a:rPr>
              <a:t>as</a:t>
            </a:r>
            <a:r>
              <a:rPr lang="es-AR" sz="2200" spc="190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empre</a:t>
            </a:r>
            <a:r>
              <a:rPr lang="es-AR" sz="2200" spc="0" noProof="0" dirty="0">
                <a:latin typeface="Tahoma"/>
                <a:cs typeface="Tahoma"/>
              </a:rPr>
              <a:t>s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y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el</a:t>
            </a:r>
            <a:r>
              <a:rPr lang="es-AR" sz="2200" spc="-1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cumplim</a:t>
            </a:r>
            <a:r>
              <a:rPr lang="es-AR" sz="2200" spc="10" noProof="0" dirty="0">
                <a:latin typeface="Tahoma"/>
                <a:cs typeface="Tahoma"/>
              </a:rPr>
              <a:t>i</a:t>
            </a:r>
            <a:r>
              <a:rPr lang="es-AR" sz="2200" spc="-20" noProof="0" dirty="0">
                <a:latin typeface="Tahoma"/>
                <a:cs typeface="Tahoma"/>
              </a:rPr>
              <a:t>ent</a:t>
            </a:r>
            <a:r>
              <a:rPr lang="es-AR" sz="2200" spc="-15" noProof="0" dirty="0">
                <a:latin typeface="Tahoma"/>
                <a:cs typeface="Tahoma"/>
              </a:rPr>
              <a:t>o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las</a:t>
            </a:r>
            <a:r>
              <a:rPr lang="es-AR" sz="2200" spc="160" noProof="0" dirty="0">
                <a:latin typeface="Times New Roman"/>
                <a:cs typeface="Times New Roman"/>
              </a:rPr>
              <a:t> </a:t>
            </a:r>
            <a:r>
              <a:rPr lang="es-AR" sz="2200" u="heavy" spc="-10" noProof="0" dirty="0">
                <a:latin typeface="Tahoma"/>
                <a:cs typeface="Tahoma"/>
              </a:rPr>
              <a:t>obl</a:t>
            </a:r>
            <a:r>
              <a:rPr lang="es-AR" sz="2200" u="heavy" spc="0" noProof="0" dirty="0">
                <a:latin typeface="Tahoma"/>
                <a:cs typeface="Tahoma"/>
              </a:rPr>
              <a:t>i</a:t>
            </a:r>
            <a:r>
              <a:rPr lang="es-AR" sz="2200" u="heavy" spc="-15" noProof="0" dirty="0">
                <a:latin typeface="Tahoma"/>
                <a:cs typeface="Tahoma"/>
              </a:rPr>
              <a:t>ga</a:t>
            </a:r>
            <a:r>
              <a:rPr lang="es-AR" sz="2200" u="heavy" spc="-25" noProof="0" dirty="0">
                <a:latin typeface="Tahoma"/>
                <a:cs typeface="Tahoma"/>
              </a:rPr>
              <a:t>c</a:t>
            </a:r>
            <a:r>
              <a:rPr lang="es-AR" sz="2200" u="heavy" spc="0" noProof="0" dirty="0">
                <a:latin typeface="Tahoma"/>
                <a:cs typeface="Tahoma"/>
              </a:rPr>
              <a:t>i</a:t>
            </a:r>
            <a:r>
              <a:rPr lang="es-AR" sz="2200" u="heavy" spc="-15" noProof="0" dirty="0">
                <a:latin typeface="Tahoma"/>
                <a:cs typeface="Tahoma"/>
              </a:rPr>
              <a:t>on</a:t>
            </a:r>
            <a:r>
              <a:rPr lang="es-AR" sz="2200" u="heavy" spc="-25" noProof="0" dirty="0">
                <a:latin typeface="Tahoma"/>
                <a:cs typeface="Tahoma"/>
              </a:rPr>
              <a:t>e</a:t>
            </a:r>
            <a:r>
              <a:rPr lang="es-AR" sz="2200" u="heavy" spc="-10" noProof="0" dirty="0">
                <a:latin typeface="Tahoma"/>
                <a:cs typeface="Tahoma"/>
              </a:rPr>
              <a:t>s</a:t>
            </a:r>
            <a:r>
              <a:rPr lang="es-AR" sz="2200" u="heavy" spc="0" noProof="0" dirty="0">
                <a:latin typeface="Tahoma"/>
                <a:cs typeface="Tahoma"/>
              </a:rPr>
              <a:t> </a:t>
            </a:r>
            <a:r>
              <a:rPr lang="es-AR" sz="2200" u="heavy" spc="-15" noProof="0" dirty="0">
                <a:latin typeface="Tahoma"/>
                <a:cs typeface="Tahoma"/>
              </a:rPr>
              <a:t>labo</a:t>
            </a:r>
            <a:r>
              <a:rPr lang="es-AR" sz="2200" u="heavy" spc="-50" noProof="0" dirty="0">
                <a:latin typeface="Tahoma"/>
                <a:cs typeface="Tahoma"/>
              </a:rPr>
              <a:t>r</a:t>
            </a:r>
            <a:r>
              <a:rPr lang="es-AR" sz="2200" u="heavy" spc="-10" noProof="0" dirty="0">
                <a:latin typeface="Tahoma"/>
                <a:cs typeface="Tahoma"/>
              </a:rPr>
              <a:t>al</a:t>
            </a:r>
            <a:r>
              <a:rPr lang="es-AR" sz="2200" u="heavy" spc="-5" noProof="0" dirty="0">
                <a:latin typeface="Tahoma"/>
                <a:cs typeface="Tahoma"/>
              </a:rPr>
              <a:t>e</a:t>
            </a:r>
            <a:r>
              <a:rPr lang="es-AR" sz="2200" u="heavy" spc="15" noProof="0" dirty="0">
                <a:latin typeface="Tahoma"/>
                <a:cs typeface="Tahoma"/>
              </a:rPr>
              <a:t>s</a:t>
            </a:r>
            <a:r>
              <a:rPr lang="es-AR" sz="2200" spc="-10" noProof="0" dirty="0">
                <a:latin typeface="Tahoma"/>
                <a:cs typeface="Tahoma"/>
              </a:rPr>
              <a:t>.</a:t>
            </a:r>
            <a:endParaRPr lang="es-AR" sz="2200" noProof="0" dirty="0">
              <a:latin typeface="Tahoma"/>
              <a:cs typeface="Tahoma"/>
            </a:endParaRPr>
          </a:p>
          <a:p>
            <a:pPr marL="12700" marR="593090">
              <a:lnSpc>
                <a:spcPts val="2380"/>
              </a:lnSpc>
              <a:spcBef>
                <a:spcPts val="475"/>
              </a:spcBef>
            </a:pPr>
            <a:r>
              <a:rPr lang="es-AR" sz="2200" spc="-65" noProof="0" dirty="0">
                <a:solidFill>
                  <a:srgbClr val="0000CC"/>
                </a:solidFill>
                <a:latin typeface="Tahoma"/>
                <a:cs typeface="Tahoma"/>
              </a:rPr>
              <a:t>P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osibles</a:t>
            </a:r>
            <a:r>
              <a:rPr lang="es-AR" sz="2200" spc="16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5" noProof="0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lang="es-AR" sz="2200" spc="-40" noProof="0" dirty="0">
                <a:solidFill>
                  <a:srgbClr val="0000CC"/>
                </a:solidFill>
                <a:latin typeface="Tahoma"/>
                <a:cs typeface="Tahoma"/>
              </a:rPr>
              <a:t>n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versores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:</a:t>
            </a:r>
            <a:r>
              <a:rPr lang="es-AR" sz="2200" spc="15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tom</a:t>
            </a:r>
            <a:r>
              <a:rPr lang="es-AR" sz="2200" spc="-10" noProof="0" dirty="0">
                <a:latin typeface="Tahoma"/>
                <a:cs typeface="Tahoma"/>
              </a:rPr>
              <a:t>ar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decision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0" noProof="0" dirty="0">
                <a:latin typeface="Tahoma"/>
                <a:cs typeface="Tahoma"/>
              </a:rPr>
              <a:t>s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acerca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co</a:t>
            </a:r>
            <a:r>
              <a:rPr lang="es-AR" sz="2200" spc="-45" noProof="0" dirty="0">
                <a:latin typeface="Tahoma"/>
                <a:cs typeface="Tahoma"/>
              </a:rPr>
              <a:t>n</a:t>
            </a:r>
            <a:r>
              <a:rPr lang="es-AR" sz="2200" spc="-30" noProof="0" dirty="0">
                <a:latin typeface="Tahoma"/>
                <a:cs typeface="Tahoma"/>
              </a:rPr>
              <a:t>v</a:t>
            </a:r>
            <a:r>
              <a:rPr lang="es-AR" sz="2200" spc="-20" noProof="0" dirty="0">
                <a:latin typeface="Tahoma"/>
                <a:cs typeface="Tahoma"/>
              </a:rPr>
              <a:t>en</a:t>
            </a:r>
            <a:r>
              <a:rPr lang="es-AR" sz="2200" spc="-5" noProof="0" dirty="0">
                <a:latin typeface="Tahoma"/>
                <a:cs typeface="Tahoma"/>
              </a:rPr>
              <a:t>ie</a:t>
            </a:r>
            <a:r>
              <a:rPr lang="es-AR" sz="2200" spc="-10" noProof="0" dirty="0">
                <a:latin typeface="Tahoma"/>
                <a:cs typeface="Tahoma"/>
              </a:rPr>
              <a:t>ncia</a:t>
            </a:r>
            <a:r>
              <a:rPr lang="es-AR" sz="2200" spc="13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u="heavy" spc="-5" noProof="0" dirty="0">
                <a:latin typeface="Tahoma"/>
                <a:cs typeface="Tahoma"/>
              </a:rPr>
              <a:t>i</a:t>
            </a:r>
            <a:r>
              <a:rPr lang="es-AR" sz="2200" u="heavy" spc="-40" noProof="0" dirty="0">
                <a:latin typeface="Tahoma"/>
                <a:cs typeface="Tahoma"/>
              </a:rPr>
              <a:t>n</a:t>
            </a:r>
            <a:r>
              <a:rPr lang="es-AR" sz="2200" u="heavy" spc="-30" noProof="0" dirty="0">
                <a:latin typeface="Tahoma"/>
                <a:cs typeface="Tahoma"/>
              </a:rPr>
              <a:t>v</a:t>
            </a:r>
            <a:r>
              <a:rPr lang="es-AR" sz="2200" u="heavy" spc="-15" noProof="0" dirty="0">
                <a:latin typeface="Tahoma"/>
                <a:cs typeface="Tahoma"/>
              </a:rPr>
              <a:t>ertir</a:t>
            </a:r>
            <a:r>
              <a:rPr lang="es-AR" sz="2200" u="heavy" noProof="0" dirty="0">
                <a:latin typeface="Tahoma"/>
                <a:cs typeface="Tahoma"/>
              </a:rPr>
              <a:t> </a:t>
            </a:r>
            <a:r>
              <a:rPr lang="es-AR" sz="2200" u="heavy" spc="-25" noProof="0" dirty="0">
                <a:latin typeface="Tahoma"/>
                <a:cs typeface="Tahoma"/>
              </a:rPr>
              <a:t>r</a:t>
            </a:r>
            <a:r>
              <a:rPr lang="es-AR" sz="2200" u="heavy" spc="-10" noProof="0" dirty="0">
                <a:latin typeface="Tahoma"/>
                <a:cs typeface="Tahoma"/>
              </a:rPr>
              <a:t>e</a:t>
            </a:r>
            <a:r>
              <a:rPr lang="es-AR" sz="2200" u="heavy" spc="-20" noProof="0" dirty="0">
                <a:latin typeface="Tahoma"/>
                <a:cs typeface="Tahoma"/>
              </a:rPr>
              <a:t>cu</a:t>
            </a:r>
            <a:r>
              <a:rPr lang="es-AR" sz="2200" u="heavy" spc="-5" noProof="0" dirty="0">
                <a:latin typeface="Tahoma"/>
                <a:cs typeface="Tahoma"/>
              </a:rPr>
              <a:t>r</a:t>
            </a:r>
            <a:r>
              <a:rPr lang="es-AR" sz="2200" u="heavy" spc="-20" noProof="0" dirty="0">
                <a:latin typeface="Tahoma"/>
                <a:cs typeface="Tahoma"/>
              </a:rPr>
              <a:t>so</a:t>
            </a:r>
            <a:r>
              <a:rPr lang="es-AR" sz="2200" u="heavy" spc="-10" noProof="0" dirty="0">
                <a:latin typeface="Tahoma"/>
                <a:cs typeface="Tahoma"/>
              </a:rPr>
              <a:t>s</a:t>
            </a:r>
            <a:r>
              <a:rPr lang="es-AR" sz="2200" spc="15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5" noProof="0" dirty="0">
                <a:latin typeface="Tahoma"/>
                <a:cs typeface="Tahoma"/>
              </a:rPr>
              <a:t>n</a:t>
            </a:r>
            <a:r>
              <a:rPr lang="es-AR" sz="2200" spc="130" noProof="0" dirty="0">
                <a:latin typeface="Times New Roman"/>
                <a:cs typeface="Times New Roman"/>
              </a:rPr>
              <a:t> </a:t>
            </a:r>
            <a:r>
              <a:rPr lang="es-AR" sz="2200" spc="0" noProof="0" dirty="0">
                <a:latin typeface="Tahoma"/>
                <a:cs typeface="Tahoma"/>
              </a:rPr>
              <a:t>l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5" noProof="0" dirty="0">
                <a:latin typeface="Tahoma"/>
                <a:cs typeface="Tahoma"/>
              </a:rPr>
              <a:t>mp</a:t>
            </a:r>
            <a:r>
              <a:rPr lang="es-AR" sz="2200" spc="-25" noProof="0" dirty="0">
                <a:latin typeface="Tahoma"/>
                <a:cs typeface="Tahoma"/>
              </a:rPr>
              <a:t>r</a:t>
            </a:r>
            <a:r>
              <a:rPr lang="es-AR" sz="2200" spc="-20" noProof="0" dirty="0">
                <a:latin typeface="Tahoma"/>
                <a:cs typeface="Tahoma"/>
              </a:rPr>
              <a:t>es</a:t>
            </a:r>
            <a:r>
              <a:rPr lang="es-AR" sz="2200" spc="-5" noProof="0" dirty="0">
                <a:latin typeface="Tahoma"/>
                <a:cs typeface="Tahoma"/>
              </a:rPr>
              <a:t>a</a:t>
            </a:r>
            <a:r>
              <a:rPr lang="es-AR" sz="2200" spc="-10" noProof="0" dirty="0">
                <a:latin typeface="Tahoma"/>
                <a:cs typeface="Tahoma"/>
              </a:rPr>
              <a:t>.</a:t>
            </a:r>
            <a:endParaRPr lang="es-AR" sz="2200" noProof="0" dirty="0">
              <a:latin typeface="Tahoma"/>
              <a:cs typeface="Tahoma"/>
            </a:endParaRPr>
          </a:p>
          <a:p>
            <a:pPr marL="12700" marR="278130">
              <a:lnSpc>
                <a:spcPts val="2380"/>
              </a:lnSpc>
              <a:spcBef>
                <a:spcPts val="490"/>
              </a:spcBef>
            </a:pP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Pr</a:t>
            </a:r>
            <a:r>
              <a:rPr lang="es-AR" sz="2200" spc="-35" noProof="0" dirty="0">
                <a:solidFill>
                  <a:srgbClr val="0000CC"/>
                </a:solidFill>
                <a:latin typeface="Tahoma"/>
                <a:cs typeface="Tahoma"/>
              </a:rPr>
              <a:t>o</a:t>
            </a:r>
            <a:r>
              <a:rPr lang="es-AR" sz="2200" spc="-30" noProof="0" dirty="0">
                <a:solidFill>
                  <a:srgbClr val="0000CC"/>
                </a:solidFill>
                <a:latin typeface="Tahoma"/>
                <a:cs typeface="Tahoma"/>
              </a:rPr>
              <a:t>v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e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edore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15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de</a:t>
            </a:r>
            <a:r>
              <a:rPr lang="es-AR" sz="2200" spc="12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materia</a:t>
            </a:r>
            <a:r>
              <a:rPr lang="es-AR" sz="2200" spc="0" noProof="0" dirty="0">
                <a:solidFill>
                  <a:srgbClr val="0000CC"/>
                </a:solidFill>
                <a:latin typeface="Tahoma"/>
                <a:cs typeface="Tahoma"/>
              </a:rPr>
              <a:t>l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e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13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y</a:t>
            </a:r>
            <a:r>
              <a:rPr lang="es-AR" sz="2200" spc="13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ervic</a:t>
            </a:r>
            <a:r>
              <a:rPr lang="es-AR" sz="2200" noProof="0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os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:</a:t>
            </a:r>
            <a:r>
              <a:rPr lang="es-AR" sz="2200" spc="21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65" noProof="0" dirty="0">
                <a:latin typeface="Tahoma"/>
                <a:cs typeface="Tahoma"/>
              </a:rPr>
              <a:t>P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-50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-5" noProof="0" dirty="0">
                <a:latin typeface="Tahoma"/>
                <a:cs typeface="Tahoma"/>
              </a:rPr>
              <a:t>te</a:t>
            </a:r>
            <a:r>
              <a:rPr lang="es-AR" sz="2200" spc="-20" noProof="0" dirty="0">
                <a:latin typeface="Tahoma"/>
                <a:cs typeface="Tahoma"/>
              </a:rPr>
              <a:t>rmina</a:t>
            </a:r>
            <a:r>
              <a:rPr lang="es-AR" sz="2200" spc="-10" noProof="0" dirty="0">
                <a:latin typeface="Tahoma"/>
                <a:cs typeface="Tahoma"/>
              </a:rPr>
              <a:t>r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los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n</a:t>
            </a:r>
            <a:r>
              <a:rPr lang="es-AR" sz="2200" noProof="0" dirty="0">
                <a:latin typeface="Tahoma"/>
                <a:cs typeface="Tahoma"/>
              </a:rPr>
              <a:t>i</a:t>
            </a:r>
            <a:r>
              <a:rPr lang="es-AR" sz="2200" spc="-30" noProof="0" dirty="0">
                <a:latin typeface="Tahoma"/>
                <a:cs typeface="Tahoma"/>
              </a:rPr>
              <a:t>v</a:t>
            </a:r>
            <a:r>
              <a:rPr lang="es-AR" sz="2200" spc="-15" noProof="0" dirty="0">
                <a:latin typeface="Tahoma"/>
                <a:cs typeface="Tahoma"/>
              </a:rPr>
              <a:t>ele</a:t>
            </a:r>
            <a:r>
              <a:rPr lang="es-AR" sz="2200" spc="-10" noProof="0" dirty="0">
                <a:latin typeface="Tahoma"/>
                <a:cs typeface="Tahoma"/>
              </a:rPr>
              <a:t>s</a:t>
            </a:r>
            <a:r>
              <a:rPr lang="es-AR" sz="2200" spc="14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c</a:t>
            </a:r>
            <a:r>
              <a:rPr lang="es-AR" sz="2200" spc="-30" noProof="0" dirty="0">
                <a:latin typeface="Tahoma"/>
                <a:cs typeface="Tahoma"/>
              </a:rPr>
              <a:t>r</a:t>
            </a:r>
            <a:r>
              <a:rPr lang="es-AR" sz="2200" spc="-10" noProof="0" dirty="0">
                <a:latin typeface="Tahoma"/>
                <a:cs typeface="Tahoma"/>
              </a:rPr>
              <a:t>édi</a:t>
            </a:r>
            <a:r>
              <a:rPr lang="es-AR" sz="2200" spc="-5" noProof="0" dirty="0">
                <a:latin typeface="Tahoma"/>
                <a:cs typeface="Tahoma"/>
              </a:rPr>
              <a:t>t</a:t>
            </a:r>
            <a:r>
              <a:rPr lang="es-AR" sz="2200" spc="-15" noProof="0" dirty="0">
                <a:latin typeface="Tahoma"/>
                <a:cs typeface="Tahoma"/>
              </a:rPr>
              <a:t>o</a:t>
            </a:r>
            <a:r>
              <a:rPr lang="es-AR" sz="2200" spc="12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q</a:t>
            </a:r>
            <a:r>
              <a:rPr lang="es-AR" sz="2200" spc="-15" noProof="0" dirty="0">
                <a:latin typeface="Tahoma"/>
                <a:cs typeface="Tahoma"/>
              </a:rPr>
              <a:t>ue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pued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5" noProof="0" dirty="0">
                <a:latin typeface="Tahoma"/>
                <a:cs typeface="Tahoma"/>
              </a:rPr>
              <a:t>n</a:t>
            </a:r>
            <a:r>
              <a:rPr lang="es-AR" sz="2200" spc="165" noProof="0" dirty="0">
                <a:latin typeface="Times New Roman"/>
                <a:cs typeface="Times New Roman"/>
              </a:rPr>
              <a:t> </a:t>
            </a:r>
            <a:r>
              <a:rPr lang="es-AR" sz="2200" u="heavy" spc="-10" noProof="0" dirty="0">
                <a:latin typeface="Tahoma"/>
                <a:cs typeface="Tahoma"/>
              </a:rPr>
              <a:t>asi</a:t>
            </a:r>
            <a:r>
              <a:rPr lang="es-AR" sz="2200" u="heavy" spc="-5" noProof="0" dirty="0">
                <a:latin typeface="Tahoma"/>
                <a:cs typeface="Tahoma"/>
              </a:rPr>
              <a:t>g</a:t>
            </a:r>
            <a:r>
              <a:rPr lang="es-AR" sz="2200" u="heavy" spc="-15" noProof="0" dirty="0">
                <a:latin typeface="Tahoma"/>
                <a:cs typeface="Tahoma"/>
              </a:rPr>
              <a:t>nar</a:t>
            </a:r>
            <a:r>
              <a:rPr lang="es-AR" sz="2200" spc="-10" noProof="0" dirty="0">
                <a:latin typeface="Tahoma"/>
                <a:cs typeface="Tahoma"/>
              </a:rPr>
              <a:t>.</a:t>
            </a:r>
            <a:endParaRPr lang="es-AR" sz="2200" noProof="0" dirty="0">
              <a:latin typeface="Tahoma"/>
              <a:cs typeface="Tahoma"/>
            </a:endParaRPr>
          </a:p>
          <a:p>
            <a:pPr marL="12700" marR="628015">
              <a:lnSpc>
                <a:spcPct val="89800"/>
              </a:lnSpc>
              <a:spcBef>
                <a:spcPts val="445"/>
              </a:spcBef>
            </a:pPr>
            <a:r>
              <a:rPr lang="es-AR" sz="2200" spc="-20" noProof="0" dirty="0">
                <a:latin typeface="Tahoma"/>
                <a:cs typeface="Tahoma"/>
              </a:rPr>
              <a:t>G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es</a:t>
            </a:r>
            <a:r>
              <a:rPr lang="es-AR" sz="2200" spc="-5" noProof="0" dirty="0">
                <a:solidFill>
                  <a:srgbClr val="0000CC"/>
                </a:solidFill>
                <a:latin typeface="Tahoma"/>
                <a:cs typeface="Tahoma"/>
              </a:rPr>
              <a:t>t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o</a:t>
            </a:r>
            <a:r>
              <a:rPr lang="es-AR" sz="2200" spc="-30" noProof="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lang="es-AR" sz="2200" spc="-20" noProof="0" dirty="0">
                <a:solidFill>
                  <a:srgbClr val="0000CC"/>
                </a:solidFill>
                <a:latin typeface="Tahoma"/>
                <a:cs typeface="Tahoma"/>
              </a:rPr>
              <a:t>e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14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ad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mini</a:t>
            </a:r>
            <a:r>
              <a:rPr lang="es-AR" sz="2200" spc="-5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t</a:t>
            </a:r>
            <a:r>
              <a:rPr lang="es-AR" sz="2200" spc="-50" noProof="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ati</a:t>
            </a:r>
            <a:r>
              <a:rPr lang="es-AR" sz="2200" spc="-35" noProof="0" dirty="0">
                <a:solidFill>
                  <a:srgbClr val="0000CC"/>
                </a:solidFill>
                <a:latin typeface="Tahoma"/>
                <a:cs typeface="Tahoma"/>
              </a:rPr>
              <a:t>v</a:t>
            </a:r>
            <a:r>
              <a:rPr lang="es-AR" sz="2200" spc="-15" noProof="0" dirty="0">
                <a:solidFill>
                  <a:srgbClr val="0000CC"/>
                </a:solidFill>
                <a:latin typeface="Tahoma"/>
                <a:cs typeface="Tahoma"/>
              </a:rPr>
              <a:t>o</a:t>
            </a:r>
            <a:r>
              <a:rPr lang="es-AR" sz="2200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r>
              <a:rPr lang="es-AR" sz="2200" spc="-10" noProof="0" dirty="0">
                <a:solidFill>
                  <a:srgbClr val="0000CC"/>
                </a:solidFill>
                <a:latin typeface="Tahoma"/>
                <a:cs typeface="Tahoma"/>
              </a:rPr>
              <a:t>:</a:t>
            </a:r>
            <a:r>
              <a:rPr lang="es-AR" sz="2200" spc="18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200" spc="-65" noProof="0" dirty="0">
                <a:latin typeface="Tahoma"/>
                <a:cs typeface="Tahoma"/>
              </a:rPr>
              <a:t>P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-50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utilizar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25" noProof="0" dirty="0">
                <a:latin typeface="Times New Roman"/>
                <a:cs typeface="Times New Roman"/>
              </a:rPr>
              <a:t> </a:t>
            </a:r>
            <a:r>
              <a:rPr lang="es-AR" sz="2200" spc="-5" noProof="0" dirty="0">
                <a:latin typeface="Tahoma"/>
                <a:cs typeface="Tahoma"/>
              </a:rPr>
              <a:t>i</a:t>
            </a:r>
            <a:r>
              <a:rPr lang="es-AR" sz="2200" spc="-10" noProof="0" dirty="0">
                <a:latin typeface="Tahoma"/>
                <a:cs typeface="Tahoma"/>
              </a:rPr>
              <a:t>n</a:t>
            </a:r>
            <a:r>
              <a:rPr lang="es-AR" sz="2200" spc="-15" noProof="0" dirty="0">
                <a:latin typeface="Tahoma"/>
                <a:cs typeface="Tahoma"/>
              </a:rPr>
              <a:t>te</a:t>
            </a:r>
            <a:r>
              <a:rPr lang="es-AR" sz="2200" spc="-5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p</a:t>
            </a:r>
            <a:r>
              <a:rPr lang="es-AR" sz="2200" spc="-25" noProof="0" dirty="0">
                <a:latin typeface="Tahoma"/>
                <a:cs typeface="Tahoma"/>
              </a:rPr>
              <a:t>r</a:t>
            </a:r>
            <a:r>
              <a:rPr lang="es-AR" sz="2200" spc="-5" noProof="0" dirty="0">
                <a:latin typeface="Tahoma"/>
                <a:cs typeface="Tahoma"/>
              </a:rPr>
              <a:t>et</a:t>
            </a:r>
            <a:r>
              <a:rPr lang="es-AR" sz="2200" spc="-10" noProof="0" dirty="0">
                <a:latin typeface="Tahoma"/>
                <a:cs typeface="Tahoma"/>
              </a:rPr>
              <a:t>ar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in</a:t>
            </a:r>
            <a:r>
              <a:rPr lang="es-AR" sz="2200" spc="-35" noProof="0" dirty="0">
                <a:latin typeface="Tahoma"/>
                <a:cs typeface="Tahoma"/>
              </a:rPr>
              <a:t>f</a:t>
            </a:r>
            <a:r>
              <a:rPr lang="es-AR" sz="2200" spc="-10" noProof="0" dirty="0">
                <a:latin typeface="Tahoma"/>
                <a:cs typeface="Tahoma"/>
              </a:rPr>
              <a:t>orm</a:t>
            </a:r>
            <a:r>
              <a:rPr lang="es-AR" sz="2200" spc="-15" noProof="0" dirty="0">
                <a:latin typeface="Tahoma"/>
                <a:cs typeface="Tahoma"/>
              </a:rPr>
              <a:t>ación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o</a:t>
            </a:r>
            <a:r>
              <a:rPr lang="es-AR" sz="2200" spc="-25" noProof="0" dirty="0">
                <a:latin typeface="Tahoma"/>
                <a:cs typeface="Tahoma"/>
              </a:rPr>
              <a:t>b</a:t>
            </a:r>
            <a:r>
              <a:rPr lang="es-AR" sz="2200" spc="-5" noProof="0" dirty="0">
                <a:latin typeface="Tahoma"/>
                <a:cs typeface="Tahoma"/>
              </a:rPr>
              <a:t>t</a:t>
            </a:r>
            <a:r>
              <a:rPr lang="es-AR" sz="2200" spc="-20" noProof="0" dirty="0">
                <a:latin typeface="Tahoma"/>
                <a:cs typeface="Tahoma"/>
              </a:rPr>
              <a:t>enid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noProof="0" dirty="0">
                <a:latin typeface="Tahoma"/>
                <a:cs typeface="Tahoma"/>
              </a:rPr>
              <a:t>l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cont</a:t>
            </a:r>
            <a:r>
              <a:rPr lang="es-AR" sz="2200" spc="-10" noProof="0" dirty="0">
                <a:latin typeface="Tahoma"/>
                <a:cs typeface="Tahoma"/>
              </a:rPr>
              <a:t>abili</a:t>
            </a:r>
            <a:r>
              <a:rPr lang="es-AR" sz="2200" spc="-5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ad,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de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m</a:t>
            </a:r>
            <a:r>
              <a:rPr lang="es-AR" sz="2200" spc="-5" noProof="0" dirty="0">
                <a:latin typeface="Tahoma"/>
                <a:cs typeface="Tahoma"/>
              </a:rPr>
              <a:t>a</a:t>
            </a:r>
            <a:r>
              <a:rPr lang="es-AR" sz="2200" spc="-15" noProof="0" dirty="0">
                <a:latin typeface="Tahoma"/>
                <a:cs typeface="Tahoma"/>
              </a:rPr>
              <a:t>ne</a:t>
            </a:r>
            <a:r>
              <a:rPr lang="es-AR" sz="2200" spc="-50" noProof="0" dirty="0">
                <a:latin typeface="Tahoma"/>
                <a:cs typeface="Tahoma"/>
              </a:rPr>
              <a:t>r</a:t>
            </a:r>
            <a:r>
              <a:rPr lang="es-AR" sz="2200" spc="-15" noProof="0" dirty="0">
                <a:latin typeface="Tahoma"/>
                <a:cs typeface="Tahoma"/>
              </a:rPr>
              <a:t>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t</a:t>
            </a:r>
            <a:r>
              <a:rPr lang="es-AR" sz="2200" spc="-25" noProof="0" dirty="0">
                <a:latin typeface="Tahoma"/>
                <a:cs typeface="Tahoma"/>
              </a:rPr>
              <a:t>a</a:t>
            </a:r>
            <a:r>
              <a:rPr lang="es-AR" sz="2200" spc="-5" noProof="0" dirty="0">
                <a:latin typeface="Tahoma"/>
                <a:cs typeface="Tahoma"/>
              </a:rPr>
              <a:t>l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que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p</a:t>
            </a:r>
            <a:r>
              <a:rPr lang="es-AR" sz="2200" spc="-15" noProof="0" dirty="0">
                <a:latin typeface="Tahoma"/>
                <a:cs typeface="Tahoma"/>
              </a:rPr>
              <a:t>ermita</a:t>
            </a:r>
            <a:r>
              <a:rPr lang="es-AR" sz="2200" spc="150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45" noProof="0" dirty="0">
                <a:latin typeface="Times New Roman"/>
                <a:cs typeface="Times New Roman"/>
              </a:rPr>
              <a:t> </a:t>
            </a:r>
            <a:r>
              <a:rPr lang="es-AR" sz="2200" u="heavy" spc="-5" noProof="0" dirty="0">
                <a:latin typeface="Tahoma"/>
                <a:cs typeface="Tahoma"/>
              </a:rPr>
              <a:t>t</a:t>
            </a:r>
            <a:r>
              <a:rPr lang="es-AR" sz="2200" u="heavy" spc="-15" noProof="0" dirty="0">
                <a:latin typeface="Tahoma"/>
                <a:cs typeface="Tahoma"/>
              </a:rPr>
              <a:t>oma de</a:t>
            </a:r>
            <a:r>
              <a:rPr lang="es-AR" sz="2200" spc="-10" noProof="0" dirty="0">
                <a:latin typeface="Times New Roman"/>
                <a:cs typeface="Times New Roman"/>
              </a:rPr>
              <a:t> </a:t>
            </a:r>
            <a:r>
              <a:rPr lang="es-AR" sz="2200" u="heavy" spc="-15" noProof="0" dirty="0">
                <a:latin typeface="Tahoma"/>
                <a:cs typeface="Tahoma"/>
              </a:rPr>
              <a:t>de</a:t>
            </a:r>
            <a:r>
              <a:rPr lang="es-AR" sz="2200" u="heavy" spc="-30" noProof="0" dirty="0">
                <a:latin typeface="Tahoma"/>
                <a:cs typeface="Tahoma"/>
              </a:rPr>
              <a:t>c</a:t>
            </a:r>
            <a:r>
              <a:rPr lang="es-AR" sz="2200" u="heavy" spc="-10" noProof="0" dirty="0">
                <a:latin typeface="Tahoma"/>
                <a:cs typeface="Tahoma"/>
              </a:rPr>
              <a:t>is</a:t>
            </a:r>
            <a:r>
              <a:rPr lang="es-AR" sz="2200" u="heavy" spc="5" noProof="0" dirty="0">
                <a:latin typeface="Tahoma"/>
                <a:cs typeface="Tahoma"/>
              </a:rPr>
              <a:t>i</a:t>
            </a:r>
            <a:r>
              <a:rPr lang="es-AR" sz="2200" u="heavy" spc="-15" noProof="0" dirty="0">
                <a:latin typeface="Tahoma"/>
                <a:cs typeface="Tahoma"/>
              </a:rPr>
              <a:t>on</a:t>
            </a:r>
            <a:r>
              <a:rPr lang="es-AR" sz="2200" u="heavy" spc="-25" noProof="0" dirty="0">
                <a:latin typeface="Tahoma"/>
                <a:cs typeface="Tahoma"/>
              </a:rPr>
              <a:t>e</a:t>
            </a:r>
            <a:r>
              <a:rPr lang="es-AR" sz="2200" u="heavy" spc="-10" noProof="0" dirty="0">
                <a:latin typeface="Tahoma"/>
                <a:cs typeface="Tahoma"/>
              </a:rPr>
              <a:t>s</a:t>
            </a:r>
            <a:r>
              <a:rPr lang="es-AR" sz="2200" u="heavy" noProof="0" dirty="0">
                <a:latin typeface="Tahoma"/>
                <a:cs typeface="Tahoma"/>
              </a:rPr>
              <a:t> </a:t>
            </a:r>
            <a:r>
              <a:rPr lang="es-AR" sz="2200" u="heavy" spc="-15" noProof="0" dirty="0">
                <a:latin typeface="Tahoma"/>
                <a:cs typeface="Tahoma"/>
              </a:rPr>
              <a:t>a</a:t>
            </a:r>
            <a:r>
              <a:rPr lang="es-AR" sz="2200" u="heavy" noProof="0" dirty="0">
                <a:latin typeface="Tahoma"/>
                <a:cs typeface="Tahoma"/>
              </a:rPr>
              <a:t> </a:t>
            </a:r>
            <a:r>
              <a:rPr lang="es-AR" sz="2200" u="heavy" spc="-25" noProof="0" dirty="0">
                <a:latin typeface="Tahoma"/>
                <a:cs typeface="Tahoma"/>
              </a:rPr>
              <a:t>c</a:t>
            </a:r>
            <a:r>
              <a:rPr lang="es-AR" sz="2200" u="heavy" spc="-15" noProof="0" dirty="0">
                <a:latin typeface="Tahoma"/>
                <a:cs typeface="Tahoma"/>
              </a:rPr>
              <a:t>orto</a:t>
            </a:r>
            <a:r>
              <a:rPr lang="es-AR" sz="2200" u="heavy" spc="-5" noProof="0" dirty="0">
                <a:latin typeface="Tahoma"/>
                <a:cs typeface="Tahoma"/>
              </a:rPr>
              <a:t> </a:t>
            </a:r>
            <a:r>
              <a:rPr lang="es-AR" sz="2200" u="heavy" spc="-10" noProof="0" dirty="0">
                <a:latin typeface="Tahoma"/>
                <a:cs typeface="Tahoma"/>
              </a:rPr>
              <a:t>pla</a:t>
            </a:r>
            <a:r>
              <a:rPr lang="es-AR" sz="2200" u="heavy" spc="-20" noProof="0" dirty="0">
                <a:latin typeface="Tahoma"/>
                <a:cs typeface="Tahoma"/>
              </a:rPr>
              <a:t>z</a:t>
            </a:r>
            <a:r>
              <a:rPr lang="es-AR" sz="2200" u="heavy" spc="-15" noProof="0" dirty="0">
                <a:latin typeface="Tahoma"/>
                <a:cs typeface="Tahoma"/>
              </a:rPr>
              <a:t>o</a:t>
            </a:r>
            <a:r>
              <a:rPr lang="es-AR" sz="2200" spc="19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15" noProof="0" dirty="0">
                <a:latin typeface="Tahoma"/>
                <a:cs typeface="Tahoma"/>
              </a:rPr>
              <a:t>n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e</a:t>
            </a:r>
            <a:r>
              <a:rPr lang="es-AR" sz="2200" spc="-5" noProof="0" dirty="0">
                <a:latin typeface="Tahoma"/>
                <a:cs typeface="Tahoma"/>
              </a:rPr>
              <a:t>l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20" noProof="0" dirty="0">
                <a:latin typeface="Tahoma"/>
                <a:cs typeface="Tahoma"/>
              </a:rPr>
              <a:t>se</a:t>
            </a:r>
            <a:r>
              <a:rPr lang="es-AR" sz="2200" spc="-5" noProof="0" dirty="0">
                <a:latin typeface="Tahoma"/>
                <a:cs typeface="Tahoma"/>
              </a:rPr>
              <a:t>n</a:t>
            </a:r>
            <a:r>
              <a:rPr lang="es-AR" sz="2200" spc="-15" noProof="0" dirty="0">
                <a:latin typeface="Tahoma"/>
                <a:cs typeface="Tahoma"/>
              </a:rPr>
              <a:t>o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5" noProof="0" dirty="0">
                <a:latin typeface="Tahoma"/>
                <a:cs typeface="Tahoma"/>
              </a:rPr>
              <a:t>d</a:t>
            </a:r>
            <a:r>
              <a:rPr lang="es-AR" sz="2200" spc="-15" noProof="0" dirty="0">
                <a:latin typeface="Tahoma"/>
                <a:cs typeface="Tahoma"/>
              </a:rPr>
              <a:t>e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0" noProof="0" dirty="0">
                <a:latin typeface="Tahoma"/>
                <a:cs typeface="Tahoma"/>
              </a:rPr>
              <a:t>la</a:t>
            </a:r>
            <a:r>
              <a:rPr lang="es-AR" sz="2200" spc="135" noProof="0" dirty="0">
                <a:latin typeface="Times New Roman"/>
                <a:cs typeface="Times New Roman"/>
              </a:rPr>
              <a:t> </a:t>
            </a:r>
            <a:r>
              <a:rPr lang="es-AR" sz="2200" spc="-15" noProof="0" dirty="0">
                <a:latin typeface="Tahoma"/>
                <a:cs typeface="Tahoma"/>
              </a:rPr>
              <a:t>o</a:t>
            </a:r>
            <a:r>
              <a:rPr lang="es-AR" sz="2200" spc="-25" noProof="0" dirty="0">
                <a:latin typeface="Tahoma"/>
                <a:cs typeface="Tahoma"/>
              </a:rPr>
              <a:t>r</a:t>
            </a:r>
            <a:r>
              <a:rPr lang="es-AR" sz="2200" spc="-10" noProof="0" dirty="0">
                <a:latin typeface="Tahoma"/>
                <a:cs typeface="Tahoma"/>
              </a:rPr>
              <a:t>gani</a:t>
            </a:r>
            <a:r>
              <a:rPr lang="es-AR" sz="2200" spc="-5" noProof="0" dirty="0">
                <a:latin typeface="Tahoma"/>
                <a:cs typeface="Tahoma"/>
              </a:rPr>
              <a:t>z</a:t>
            </a:r>
            <a:r>
              <a:rPr lang="es-AR" sz="2200" spc="-10" noProof="0" dirty="0">
                <a:latin typeface="Tahoma"/>
                <a:cs typeface="Tahoma"/>
              </a:rPr>
              <a:t>ación.</a:t>
            </a:r>
            <a:endParaRPr lang="es-AR" sz="2200" noProof="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0905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4400" y="1828800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224" rIns="0" bIns="0" rtlCol="0">
            <a:spAutoFit/>
          </a:bodyPr>
          <a:lstStyle/>
          <a:p>
            <a:pPr marL="358140">
              <a:lnSpc>
                <a:spcPct val="100000"/>
              </a:lnSpc>
            </a:pPr>
            <a:r>
              <a:rPr lang="es-AR" spc="-5" noProof="0" dirty="0"/>
              <a:t>E</a:t>
            </a:r>
            <a:r>
              <a:rPr lang="es-AR" noProof="0" dirty="0"/>
              <a:t>l</a:t>
            </a:r>
            <a:r>
              <a:rPr lang="es-AR" spc="-10" noProof="0" dirty="0"/>
              <a:t> </a:t>
            </a:r>
            <a:r>
              <a:rPr lang="es-AR" noProof="0" dirty="0"/>
              <a:t>Sist</a:t>
            </a:r>
            <a:r>
              <a:rPr lang="es-AR" spc="5" noProof="0" dirty="0"/>
              <a:t>e</a:t>
            </a:r>
            <a:r>
              <a:rPr lang="es-AR" noProof="0" dirty="0"/>
              <a:t>ma</a:t>
            </a:r>
            <a:r>
              <a:rPr lang="es-AR" spc="5" noProof="0" dirty="0"/>
              <a:t> </a:t>
            </a:r>
            <a:r>
              <a:rPr lang="es-AR" noProof="0" dirty="0"/>
              <a:t>Co</a:t>
            </a:r>
            <a:r>
              <a:rPr lang="es-AR" spc="-15" noProof="0" dirty="0"/>
              <a:t>n</a:t>
            </a:r>
            <a:r>
              <a:rPr lang="es-AR" noProof="0" dirty="0"/>
              <a:t>table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9142" y="2377909"/>
            <a:ext cx="6353810" cy="264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70"/>
              </a:lnSpc>
            </a:pPr>
            <a:r>
              <a:rPr lang="es-AR" sz="2400" spc="-20" noProof="0" dirty="0">
                <a:latin typeface="Tahoma"/>
                <a:cs typeface="Tahoma"/>
              </a:rPr>
              <a:t>E</a:t>
            </a:r>
            <a:r>
              <a:rPr lang="es-AR" sz="2400" spc="-10" noProof="0" dirty="0">
                <a:latin typeface="Tahoma"/>
                <a:cs typeface="Tahoma"/>
              </a:rPr>
              <a:t>l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sistem</a:t>
            </a:r>
            <a:r>
              <a:rPr lang="es-AR" sz="2400" noProof="0" dirty="0">
                <a:latin typeface="Tahoma"/>
                <a:cs typeface="Tahoma"/>
              </a:rPr>
              <a:t>a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c</a:t>
            </a:r>
            <a:r>
              <a:rPr lang="es-AR" sz="2400" spc="-15" noProof="0" dirty="0">
                <a:latin typeface="Tahoma"/>
                <a:cs typeface="Tahoma"/>
              </a:rPr>
              <a:t>o</a:t>
            </a:r>
            <a:r>
              <a:rPr lang="es-AR" sz="2400" spc="-10" noProof="0" dirty="0">
                <a:latin typeface="Tahoma"/>
                <a:cs typeface="Tahoma"/>
              </a:rPr>
              <a:t>n</a:t>
            </a:r>
            <a:r>
              <a:rPr lang="es-AR" sz="2400" spc="-5" noProof="0" dirty="0">
                <a:latin typeface="Tahoma"/>
                <a:cs typeface="Tahoma"/>
              </a:rPr>
              <a:t>ta</a:t>
            </a:r>
            <a:r>
              <a:rPr lang="es-AR" sz="2400" spc="5" noProof="0" dirty="0">
                <a:latin typeface="Tahoma"/>
                <a:cs typeface="Tahoma"/>
              </a:rPr>
              <a:t>b</a:t>
            </a:r>
            <a:r>
              <a:rPr lang="es-AR" sz="2400" spc="-10" noProof="0" dirty="0">
                <a:latin typeface="Tahoma"/>
                <a:cs typeface="Tahoma"/>
              </a:rPr>
              <a:t>le</a:t>
            </a:r>
            <a:r>
              <a:rPr lang="es-AR" sz="2400" spc="13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de</a:t>
            </a:r>
            <a:r>
              <a:rPr lang="es-AR" sz="2400" spc="145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u</a:t>
            </a:r>
            <a:r>
              <a:rPr lang="es-AR" sz="2400" spc="-10" noProof="0" dirty="0">
                <a:latin typeface="Tahoma"/>
                <a:cs typeface="Tahoma"/>
              </a:rPr>
              <a:t>n</a:t>
            </a:r>
            <a:r>
              <a:rPr lang="es-AR" sz="2400" spc="-15" noProof="0" dirty="0">
                <a:latin typeface="Tahoma"/>
                <a:cs typeface="Tahoma"/>
              </a:rPr>
              <a:t>a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emp</a:t>
            </a:r>
            <a:r>
              <a:rPr lang="es-AR" sz="2400" spc="-20" noProof="0" dirty="0">
                <a:latin typeface="Tahoma"/>
                <a:cs typeface="Tahoma"/>
              </a:rPr>
              <a:t>r</a:t>
            </a:r>
            <a:r>
              <a:rPr lang="es-AR" sz="2400" spc="-5" noProof="0" dirty="0">
                <a:latin typeface="Tahoma"/>
                <a:cs typeface="Tahoma"/>
              </a:rPr>
              <a:t>es</a:t>
            </a:r>
            <a:r>
              <a:rPr lang="es-AR" sz="2400" noProof="0" dirty="0">
                <a:latin typeface="Tahoma"/>
                <a:cs typeface="Tahoma"/>
              </a:rPr>
              <a:t>a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co</a:t>
            </a:r>
            <a:r>
              <a:rPr lang="es-AR" sz="2400" spc="5" noProof="0" dirty="0">
                <a:latin typeface="Tahoma"/>
                <a:cs typeface="Tahoma"/>
              </a:rPr>
              <a:t>n</a:t>
            </a:r>
            <a:r>
              <a:rPr lang="es-AR" sz="2400" spc="-5" noProof="0" dirty="0">
                <a:latin typeface="Tahoma"/>
                <a:cs typeface="Tahoma"/>
              </a:rPr>
              <a:t>sta</a:t>
            </a:r>
            <a:r>
              <a:rPr lang="es-AR" sz="2400" spc="-5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es</a:t>
            </a:r>
            <a:r>
              <a:rPr lang="es-AR" sz="2400" spc="-10" noProof="0" dirty="0">
                <a:latin typeface="Tahoma"/>
                <a:cs typeface="Tahoma"/>
              </a:rPr>
              <a:t>e</a:t>
            </a:r>
            <a:r>
              <a:rPr lang="es-AR" sz="2400" spc="-15" noProof="0" dirty="0">
                <a:latin typeface="Tahoma"/>
                <a:cs typeface="Tahoma"/>
              </a:rPr>
              <a:t>ncialmen</a:t>
            </a:r>
            <a:r>
              <a:rPr lang="es-AR" sz="2400" spc="-5" noProof="0" dirty="0">
                <a:latin typeface="Tahoma"/>
                <a:cs typeface="Tahoma"/>
              </a:rPr>
              <a:t>t</a:t>
            </a:r>
            <a:r>
              <a:rPr lang="es-AR" sz="2400" noProof="0" dirty="0">
                <a:latin typeface="Tahoma"/>
                <a:cs typeface="Tahoma"/>
              </a:rPr>
              <a:t>e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d</a:t>
            </a:r>
            <a:r>
              <a:rPr lang="es-AR" sz="2400" noProof="0" dirty="0">
                <a:latin typeface="Tahoma"/>
                <a:cs typeface="Tahoma"/>
              </a:rPr>
              <a:t>e</a:t>
            </a:r>
            <a:r>
              <a:rPr lang="es-AR" sz="2400" spc="170" noProof="0" dirty="0">
                <a:latin typeface="Times New Roman"/>
                <a:cs typeface="Times New Roman"/>
              </a:rPr>
              <a:t> </a:t>
            </a:r>
            <a:r>
              <a:rPr lang="es-AR" sz="2400" u="heavy" spc="-15" noProof="0" dirty="0">
                <a:latin typeface="Tahoma"/>
                <a:cs typeface="Tahoma"/>
              </a:rPr>
              <a:t>dos</a:t>
            </a:r>
            <a:r>
              <a:rPr lang="es-AR" sz="2400" u="heavy" spc="-25" noProof="0" dirty="0">
                <a:latin typeface="Tahoma"/>
                <a:cs typeface="Tahoma"/>
              </a:rPr>
              <a:t> </a:t>
            </a:r>
            <a:r>
              <a:rPr lang="es-AR" sz="2400" u="heavy" noProof="0" dirty="0">
                <a:latin typeface="Tahoma"/>
                <a:cs typeface="Tahoma"/>
              </a:rPr>
              <a:t>part</a:t>
            </a:r>
            <a:r>
              <a:rPr lang="es-AR" sz="2400" u="heavy" spc="-5" noProof="0" dirty="0">
                <a:latin typeface="Tahoma"/>
                <a:cs typeface="Tahoma"/>
              </a:rPr>
              <a:t>es</a:t>
            </a:r>
            <a:r>
              <a:rPr lang="es-AR" sz="2400" u="heavy" spc="-10" noProof="0" dirty="0">
                <a:latin typeface="Tahoma"/>
                <a:cs typeface="Tahoma"/>
              </a:rPr>
              <a:t> in</a:t>
            </a:r>
            <a:r>
              <a:rPr lang="es-AR" sz="2400" u="heavy" spc="-5" noProof="0" dirty="0">
                <a:latin typeface="Tahoma"/>
                <a:cs typeface="Tahoma"/>
              </a:rPr>
              <a:t>te</a:t>
            </a:r>
            <a:r>
              <a:rPr lang="es-AR" sz="2400" u="heavy" spc="-20" noProof="0" dirty="0">
                <a:latin typeface="Tahoma"/>
                <a:cs typeface="Tahoma"/>
              </a:rPr>
              <a:t>r</a:t>
            </a:r>
            <a:r>
              <a:rPr lang="es-AR" sz="2400" u="heavy" spc="-15" noProof="0" dirty="0">
                <a:latin typeface="Tahoma"/>
                <a:cs typeface="Tahoma"/>
              </a:rPr>
              <a:t>relacio</a:t>
            </a:r>
            <a:r>
              <a:rPr lang="es-AR" sz="2400" u="heavy" spc="-5" noProof="0" dirty="0">
                <a:latin typeface="Tahoma"/>
                <a:cs typeface="Tahoma"/>
              </a:rPr>
              <a:t>n</a:t>
            </a:r>
            <a:r>
              <a:rPr lang="es-AR" sz="2400" u="heavy" spc="-15" noProof="0" dirty="0">
                <a:latin typeface="Tahoma"/>
                <a:cs typeface="Tahoma"/>
              </a:rPr>
              <a:t>ad</a:t>
            </a:r>
            <a:r>
              <a:rPr lang="es-AR" sz="2400" u="heavy" spc="-10" noProof="0" dirty="0">
                <a:latin typeface="Tahoma"/>
                <a:cs typeface="Tahoma"/>
              </a:rPr>
              <a:t>a</a:t>
            </a:r>
            <a:r>
              <a:rPr lang="es-AR" sz="2400" u="heavy" spc="30" noProof="0" dirty="0">
                <a:latin typeface="Tahoma"/>
                <a:cs typeface="Tahoma"/>
              </a:rPr>
              <a:t>s</a:t>
            </a:r>
            <a:r>
              <a:rPr lang="es-AR" sz="2400" spc="-10" noProof="0" dirty="0">
                <a:latin typeface="Tahoma"/>
                <a:cs typeface="Tahoma"/>
              </a:rPr>
              <a:t>:</a:t>
            </a:r>
            <a:endParaRPr lang="es-AR" sz="2400" noProof="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lang="es-AR" sz="3350" noProof="0" dirty="0">
              <a:latin typeface="Times New Roman"/>
              <a:cs typeface="Times New Roman"/>
            </a:endParaRPr>
          </a:p>
          <a:p>
            <a:pPr marL="527685" indent="-457200">
              <a:lnSpc>
                <a:spcPct val="100000"/>
              </a:lnSpc>
              <a:buFont typeface="Wingdings"/>
              <a:buChar char=""/>
              <a:tabLst>
                <a:tab pos="528320" algn="l"/>
              </a:tabLst>
            </a:pPr>
            <a:r>
              <a:rPr lang="es-AR" sz="2800" spc="-15" noProof="0" dirty="0">
                <a:latin typeface="Tahoma"/>
                <a:cs typeface="Tahoma"/>
              </a:rPr>
              <a:t>Contabilidad</a:t>
            </a:r>
            <a:r>
              <a:rPr lang="es-AR" sz="2800" spc="140" noProof="0" dirty="0">
                <a:latin typeface="Times New Roman"/>
                <a:cs typeface="Times New Roman"/>
              </a:rPr>
              <a:t> </a:t>
            </a:r>
            <a:r>
              <a:rPr lang="es-AR" sz="2800" spc="-20" noProof="0" dirty="0">
                <a:latin typeface="Tahoma"/>
                <a:cs typeface="Tahoma"/>
              </a:rPr>
              <a:t>Financie</a:t>
            </a:r>
            <a:r>
              <a:rPr lang="es-AR" sz="2800" spc="-30" noProof="0" dirty="0">
                <a:latin typeface="Tahoma"/>
                <a:cs typeface="Tahoma"/>
              </a:rPr>
              <a:t>r</a:t>
            </a:r>
            <a:r>
              <a:rPr lang="es-AR" sz="2800" spc="-15" noProof="0" dirty="0">
                <a:latin typeface="Tahoma"/>
                <a:cs typeface="Tahoma"/>
              </a:rPr>
              <a:t>a</a:t>
            </a:r>
            <a:endParaRPr lang="es-AR" sz="2800" noProof="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"/>
            </a:pPr>
            <a:endParaRPr lang="es-AR" sz="3950" noProof="0" dirty="0">
              <a:latin typeface="Times New Roman"/>
              <a:cs typeface="Times New Roman"/>
            </a:endParaRPr>
          </a:p>
          <a:p>
            <a:pPr marL="527685" indent="-457200">
              <a:lnSpc>
                <a:spcPct val="100000"/>
              </a:lnSpc>
              <a:buFont typeface="Wingdings"/>
              <a:buChar char=""/>
              <a:tabLst>
                <a:tab pos="528320" algn="l"/>
              </a:tabLst>
            </a:pPr>
            <a:r>
              <a:rPr lang="es-AR" sz="2800" spc="-15" noProof="0" dirty="0">
                <a:latin typeface="Tahoma"/>
                <a:cs typeface="Tahoma"/>
              </a:rPr>
              <a:t>Contabilidad</a:t>
            </a:r>
            <a:r>
              <a:rPr lang="es-AR" sz="2800" spc="140" noProof="0" dirty="0">
                <a:latin typeface="Times New Roman"/>
                <a:cs typeface="Times New Roman"/>
              </a:rPr>
              <a:t> </a:t>
            </a:r>
            <a:r>
              <a:rPr lang="es-AR" sz="2800" spc="-25" noProof="0" dirty="0">
                <a:latin typeface="Tahoma"/>
                <a:cs typeface="Tahoma"/>
              </a:rPr>
              <a:t>G</a:t>
            </a:r>
            <a:r>
              <a:rPr lang="es-AR" sz="2800" spc="-10" noProof="0" dirty="0">
                <a:latin typeface="Tahoma"/>
                <a:cs typeface="Tahoma"/>
              </a:rPr>
              <a:t>e</a:t>
            </a:r>
            <a:r>
              <a:rPr lang="es-AR" sz="2800" spc="-25" noProof="0" dirty="0">
                <a:latin typeface="Tahoma"/>
                <a:cs typeface="Tahoma"/>
              </a:rPr>
              <a:t>ren</a:t>
            </a:r>
            <a:r>
              <a:rPr lang="es-AR" sz="2800" spc="-10" noProof="0" dirty="0">
                <a:latin typeface="Tahoma"/>
                <a:cs typeface="Tahoma"/>
              </a:rPr>
              <a:t>cial</a:t>
            </a:r>
            <a:endParaRPr lang="es-AR" sz="2800" noProof="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6094" y="457200"/>
            <a:ext cx="711199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4400" y="1463675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945">
              <a:lnSpc>
                <a:spcPts val="4285"/>
              </a:lnSpc>
            </a:pPr>
            <a:r>
              <a:rPr lang="es-AR" spc="-5" noProof="0" dirty="0"/>
              <a:t>E</a:t>
            </a:r>
            <a:r>
              <a:rPr lang="es-AR" noProof="0" dirty="0"/>
              <a:t>l</a:t>
            </a:r>
            <a:r>
              <a:rPr lang="es-AR" spc="-10" noProof="0" dirty="0"/>
              <a:t> </a:t>
            </a:r>
            <a:r>
              <a:rPr lang="es-AR" noProof="0" dirty="0"/>
              <a:t>Sist</a:t>
            </a:r>
            <a:r>
              <a:rPr lang="es-AR" spc="5" noProof="0" dirty="0"/>
              <a:t>e</a:t>
            </a:r>
            <a:r>
              <a:rPr lang="es-AR" noProof="0" dirty="0"/>
              <a:t>ma</a:t>
            </a:r>
            <a:r>
              <a:rPr lang="es-AR" spc="5" noProof="0" dirty="0"/>
              <a:t> </a:t>
            </a:r>
            <a:r>
              <a:rPr lang="es-AR" noProof="0" dirty="0"/>
              <a:t>Co</a:t>
            </a:r>
            <a:r>
              <a:rPr lang="es-AR" spc="-15" noProof="0" dirty="0"/>
              <a:t>n</a:t>
            </a:r>
            <a:r>
              <a:rPr lang="es-AR" noProof="0" dirty="0"/>
              <a:t>table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400" y="1977354"/>
            <a:ext cx="8719816" cy="4249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200" b="1" spc="-25" noProof="0" dirty="0">
                <a:latin typeface="Tahoma"/>
                <a:cs typeface="Tahoma"/>
              </a:rPr>
              <a:t>C</a:t>
            </a:r>
            <a:r>
              <a:rPr lang="es-AR" sz="3200" b="1" spc="-15" noProof="0" dirty="0">
                <a:latin typeface="Tahoma"/>
                <a:cs typeface="Tahoma"/>
              </a:rPr>
              <a:t>o</a:t>
            </a:r>
            <a:r>
              <a:rPr lang="es-AR" sz="3200" b="1" spc="-20" noProof="0" dirty="0">
                <a:latin typeface="Tahoma"/>
                <a:cs typeface="Tahoma"/>
              </a:rPr>
              <a:t>ntabilidad</a:t>
            </a:r>
            <a:r>
              <a:rPr lang="es-AR" sz="3200" b="1" spc="190" noProof="0" dirty="0">
                <a:latin typeface="Times New Roman"/>
                <a:cs typeface="Times New Roman"/>
              </a:rPr>
              <a:t> </a:t>
            </a:r>
            <a:r>
              <a:rPr lang="es-AR" sz="3200" b="1" spc="-20" noProof="0" dirty="0">
                <a:latin typeface="Tahoma"/>
                <a:cs typeface="Tahoma"/>
              </a:rPr>
              <a:t>Fi</a:t>
            </a:r>
            <a:r>
              <a:rPr lang="es-AR" sz="3200" b="1" spc="-10" noProof="0" dirty="0">
                <a:latin typeface="Tahoma"/>
                <a:cs typeface="Tahoma"/>
              </a:rPr>
              <a:t>n</a:t>
            </a:r>
            <a:r>
              <a:rPr lang="es-AR" sz="3200" b="1" spc="-15" noProof="0" dirty="0">
                <a:latin typeface="Tahoma"/>
                <a:cs typeface="Tahoma"/>
              </a:rPr>
              <a:t>anciera: </a:t>
            </a:r>
            <a:r>
              <a:rPr lang="es-AR" sz="2400" spc="-15" noProof="0" dirty="0">
                <a:latin typeface="Tahoma"/>
                <a:cs typeface="Tahoma"/>
              </a:rPr>
              <a:t>Tiene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co</a:t>
            </a:r>
            <a:r>
              <a:rPr lang="es-AR" sz="2400" spc="-10" noProof="0" dirty="0">
                <a:latin typeface="Tahoma"/>
                <a:cs typeface="Tahoma"/>
              </a:rPr>
              <a:t>m</a:t>
            </a:r>
            <a:r>
              <a:rPr lang="es-AR" sz="2400" spc="-15" noProof="0" dirty="0">
                <a:latin typeface="Tahoma"/>
                <a:cs typeface="Tahoma"/>
              </a:rPr>
              <a:t>o </a:t>
            </a:r>
            <a:r>
              <a:rPr lang="es-AR" sz="2800" spc="155" noProof="0" dirty="0">
                <a:latin typeface="Times New Roman"/>
                <a:cs typeface="Times New Roman"/>
              </a:rPr>
              <a:t>uno de los </a:t>
            </a:r>
            <a:r>
              <a:rPr lang="es-AR" sz="2400" spc="-15" noProof="0" dirty="0">
                <a:latin typeface="Tahoma"/>
                <a:cs typeface="Tahoma"/>
              </a:rPr>
              <a:t>objetivos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trascendentales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20" noProof="0" dirty="0">
                <a:latin typeface="Tahoma"/>
                <a:cs typeface="Tahoma"/>
              </a:rPr>
              <a:t>e</a:t>
            </a:r>
            <a:r>
              <a:rPr lang="es-AR" sz="2400" spc="-10" noProof="0" dirty="0">
                <a:latin typeface="Tahoma"/>
                <a:cs typeface="Tahoma"/>
              </a:rPr>
              <a:t>l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de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p</a:t>
            </a:r>
            <a:r>
              <a:rPr lang="es-AR" sz="2400" spc="-20" noProof="0" dirty="0">
                <a:latin typeface="Tahoma"/>
                <a:cs typeface="Tahoma"/>
              </a:rPr>
              <a:t>r</a:t>
            </a:r>
            <a:r>
              <a:rPr lang="es-AR" sz="2400" noProof="0" dirty="0">
                <a:latin typeface="Tahoma"/>
                <a:cs typeface="Tahoma"/>
              </a:rPr>
              <a:t>o</a:t>
            </a:r>
            <a:r>
              <a:rPr lang="es-AR" sz="2400" spc="-30" noProof="0" dirty="0">
                <a:latin typeface="Tahoma"/>
                <a:cs typeface="Tahoma"/>
              </a:rPr>
              <a:t>v</a:t>
            </a:r>
            <a:r>
              <a:rPr lang="es-AR" sz="2400" spc="-5" noProof="0" dirty="0">
                <a:latin typeface="Tahoma"/>
                <a:cs typeface="Tahoma"/>
              </a:rPr>
              <a:t>eer</a:t>
            </a:r>
            <a:r>
              <a:rPr lang="es-AR" sz="2400" spc="-5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in</a:t>
            </a:r>
            <a:r>
              <a:rPr lang="es-AR" sz="2400" spc="-25" noProof="0" dirty="0">
                <a:latin typeface="Tahoma"/>
                <a:cs typeface="Tahoma"/>
              </a:rPr>
              <a:t>f</a:t>
            </a:r>
            <a:r>
              <a:rPr lang="es-AR" sz="2400" noProof="0" dirty="0">
                <a:latin typeface="Tahoma"/>
                <a:cs typeface="Tahoma"/>
              </a:rPr>
              <a:t>ormac</a:t>
            </a:r>
            <a:r>
              <a:rPr lang="es-AR" sz="2400" spc="-10" noProof="0" dirty="0">
                <a:latin typeface="Tahoma"/>
                <a:cs typeface="Tahoma"/>
              </a:rPr>
              <a:t>i</a:t>
            </a:r>
            <a:r>
              <a:rPr lang="es-AR" sz="2400" spc="-15" noProof="0" dirty="0">
                <a:latin typeface="Tahoma"/>
                <a:cs typeface="Tahoma"/>
              </a:rPr>
              <a:t>ón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a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te</a:t>
            </a:r>
            <a:r>
              <a:rPr lang="es-AR" sz="2400" spc="-20" noProof="0" dirty="0">
                <a:latin typeface="Tahoma"/>
                <a:cs typeface="Tahoma"/>
              </a:rPr>
              <a:t>r</a:t>
            </a:r>
            <a:r>
              <a:rPr lang="es-AR" sz="2400" spc="-5" noProof="0" dirty="0">
                <a:latin typeface="Tahoma"/>
                <a:cs typeface="Tahoma"/>
              </a:rPr>
              <a:t>ce</a:t>
            </a:r>
            <a:r>
              <a:rPr lang="es-AR" sz="2400" spc="-45" noProof="0" dirty="0">
                <a:latin typeface="Tahoma"/>
                <a:cs typeface="Tahoma"/>
              </a:rPr>
              <a:t>r</a:t>
            </a:r>
            <a:r>
              <a:rPr lang="es-AR" sz="2400" noProof="0" dirty="0">
                <a:latin typeface="Tahoma"/>
                <a:cs typeface="Tahoma"/>
              </a:rPr>
              <a:t>as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p</a:t>
            </a:r>
            <a:r>
              <a:rPr lang="es-AR" sz="2400" noProof="0" dirty="0">
                <a:latin typeface="Tahoma"/>
                <a:cs typeface="Tahoma"/>
              </a:rPr>
              <a:t>artes</a:t>
            </a:r>
            <a:r>
              <a:rPr lang="es-AR" sz="2400" spc="145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ajenas</a:t>
            </a:r>
            <a:r>
              <a:rPr lang="es-AR" sz="2400" spc="160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a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la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20" noProof="0" dirty="0">
                <a:latin typeface="Tahoma"/>
                <a:cs typeface="Tahoma"/>
              </a:rPr>
              <a:t>Empresa,</a:t>
            </a:r>
            <a:r>
              <a:rPr lang="es-AR" sz="2400" noProof="0" dirty="0">
                <a:latin typeface="Tahoma"/>
                <a:cs typeface="Tahoma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e</a:t>
            </a:r>
            <a:r>
              <a:rPr lang="es-AR" sz="2400" noProof="0" dirty="0">
                <a:latin typeface="Tahoma"/>
                <a:cs typeface="Tahoma"/>
              </a:rPr>
              <a:t>s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deci</a:t>
            </a:r>
            <a:r>
              <a:rPr lang="es-AR" sz="2400" spc="-325" noProof="0" dirty="0">
                <a:latin typeface="Tahoma"/>
                <a:cs typeface="Tahoma"/>
              </a:rPr>
              <a:t>r </a:t>
            </a:r>
            <a:r>
              <a:rPr lang="es-AR" sz="2400" spc="-10" noProof="0" dirty="0">
                <a:latin typeface="Tahoma"/>
                <a:cs typeface="Tahoma"/>
              </a:rPr>
              <a:t>,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a</a:t>
            </a:r>
            <a:r>
              <a:rPr lang="es-AR" sz="2400" spc="-15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ba</a:t>
            </a:r>
            <a:r>
              <a:rPr lang="es-AR" sz="2400" spc="-10" noProof="0" dirty="0">
                <a:latin typeface="Tahoma"/>
                <a:cs typeface="Tahoma"/>
              </a:rPr>
              <a:t>n</a:t>
            </a:r>
            <a:r>
              <a:rPr lang="es-AR" sz="2400" spc="-5" noProof="0" dirty="0">
                <a:latin typeface="Tahoma"/>
                <a:cs typeface="Tahoma"/>
              </a:rPr>
              <a:t>cos</a:t>
            </a:r>
            <a:r>
              <a:rPr lang="es-AR" sz="2400" noProof="0" dirty="0">
                <a:latin typeface="Tahoma"/>
                <a:cs typeface="Tahoma"/>
              </a:rPr>
              <a:t>,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a</a:t>
            </a:r>
            <a:r>
              <a:rPr lang="es-AR" sz="2400" spc="-20" noProof="0" dirty="0">
                <a:latin typeface="Tahoma"/>
                <a:cs typeface="Tahoma"/>
              </a:rPr>
              <a:t>c</a:t>
            </a:r>
            <a:r>
              <a:rPr lang="es-AR" sz="2400" spc="-15" noProof="0" dirty="0">
                <a:latin typeface="Tahoma"/>
                <a:cs typeface="Tahoma"/>
              </a:rPr>
              <a:t>cio</a:t>
            </a:r>
            <a:r>
              <a:rPr lang="es-AR" sz="2400" spc="-5" noProof="0" dirty="0">
                <a:latin typeface="Tahoma"/>
                <a:cs typeface="Tahoma"/>
              </a:rPr>
              <a:t>n</a:t>
            </a:r>
            <a:r>
              <a:rPr lang="es-AR" sz="2400" noProof="0" dirty="0">
                <a:latin typeface="Tahoma"/>
                <a:cs typeface="Tahoma"/>
              </a:rPr>
              <a:t>istas,</a:t>
            </a:r>
            <a:r>
              <a:rPr lang="es-AR" sz="2400" spc="135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a</a:t>
            </a:r>
            <a:r>
              <a:rPr lang="es-AR" sz="2400" spc="-15" noProof="0" dirty="0">
                <a:latin typeface="Tahoma"/>
                <a:cs typeface="Tahoma"/>
              </a:rPr>
              <a:t>cr</a:t>
            </a:r>
            <a:r>
              <a:rPr lang="es-AR" sz="2400" spc="-5" noProof="0" dirty="0">
                <a:latin typeface="Tahoma"/>
                <a:cs typeface="Tahoma"/>
              </a:rPr>
              <a:t>eedor</a:t>
            </a:r>
            <a:r>
              <a:rPr lang="es-AR" sz="2400" spc="-10" noProof="0" dirty="0">
                <a:latin typeface="Tahoma"/>
                <a:cs typeface="Tahoma"/>
              </a:rPr>
              <a:t>e</a:t>
            </a:r>
            <a:r>
              <a:rPr lang="es-AR" sz="2400" spc="-5" noProof="0" dirty="0">
                <a:latin typeface="Tahoma"/>
                <a:cs typeface="Tahoma"/>
              </a:rPr>
              <a:t>s</a:t>
            </a:r>
            <a:r>
              <a:rPr lang="es-AR" sz="2400" noProof="0" dirty="0">
                <a:latin typeface="Tahoma"/>
                <a:cs typeface="Tahoma"/>
              </a:rPr>
              <a:t>,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20" noProof="0" dirty="0">
                <a:latin typeface="Tahoma"/>
                <a:cs typeface="Tahoma"/>
              </a:rPr>
              <a:t>ent</a:t>
            </a:r>
            <a:r>
              <a:rPr lang="es-AR" sz="2400" spc="-5" noProof="0" dirty="0">
                <a:latin typeface="Tahoma"/>
                <a:cs typeface="Tahoma"/>
              </a:rPr>
              <a:t>i</a:t>
            </a:r>
            <a:r>
              <a:rPr lang="es-AR" sz="2400" spc="-15" noProof="0" dirty="0">
                <a:latin typeface="Tahoma"/>
                <a:cs typeface="Tahoma"/>
              </a:rPr>
              <a:t>da</a:t>
            </a:r>
            <a:r>
              <a:rPr lang="es-AR" sz="2400" spc="-10" noProof="0" dirty="0">
                <a:latin typeface="Tahoma"/>
                <a:cs typeface="Tahoma"/>
              </a:rPr>
              <a:t>d</a:t>
            </a:r>
            <a:r>
              <a:rPr lang="es-AR" sz="2400" spc="-5" noProof="0" dirty="0">
                <a:latin typeface="Tahoma"/>
                <a:cs typeface="Tahoma"/>
              </a:rPr>
              <a:t>es</a:t>
            </a:r>
            <a:r>
              <a:rPr lang="es-AR" sz="2400" spc="-5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g</a:t>
            </a:r>
            <a:r>
              <a:rPr lang="es-AR" sz="2400" spc="-10" noProof="0" dirty="0">
                <a:latin typeface="Tahoma"/>
                <a:cs typeface="Tahoma"/>
              </a:rPr>
              <a:t>u</a:t>
            </a:r>
            <a:r>
              <a:rPr lang="es-AR" sz="2400" noProof="0" dirty="0">
                <a:latin typeface="Tahoma"/>
                <a:cs typeface="Tahoma"/>
              </a:rPr>
              <a:t>bernam</a:t>
            </a:r>
            <a:r>
              <a:rPr lang="es-AR" sz="2400" spc="-20" noProof="0" dirty="0">
                <a:latin typeface="Tahoma"/>
                <a:cs typeface="Tahoma"/>
              </a:rPr>
              <a:t>e</a:t>
            </a:r>
            <a:r>
              <a:rPr lang="es-AR" sz="2400" spc="-15" noProof="0" dirty="0">
                <a:latin typeface="Tahoma"/>
                <a:cs typeface="Tahoma"/>
              </a:rPr>
              <a:t>nta</a:t>
            </a:r>
            <a:r>
              <a:rPr lang="es-AR" sz="2400" spc="-5" noProof="0" dirty="0">
                <a:latin typeface="Tahoma"/>
                <a:cs typeface="Tahoma"/>
              </a:rPr>
              <a:t>le</a:t>
            </a:r>
            <a:r>
              <a:rPr lang="es-AR" sz="2400" noProof="0" dirty="0">
                <a:latin typeface="Tahoma"/>
                <a:cs typeface="Tahoma"/>
              </a:rPr>
              <a:t>s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y</a:t>
            </a:r>
            <a:r>
              <a:rPr lang="es-AR" sz="2400" spc="160" noProof="0" dirty="0">
                <a:latin typeface="Times New Roman"/>
                <a:cs typeface="Times New Roman"/>
              </a:rPr>
              <a:t> </a:t>
            </a:r>
            <a:r>
              <a:rPr lang="es-AR" sz="2400" spc="-15" noProof="0" dirty="0">
                <a:latin typeface="Tahoma"/>
                <a:cs typeface="Tahoma"/>
              </a:rPr>
              <a:t>p</a:t>
            </a:r>
            <a:r>
              <a:rPr lang="es-AR" sz="2400" spc="-30" noProof="0" dirty="0">
                <a:latin typeface="Tahoma"/>
                <a:cs typeface="Tahoma"/>
              </a:rPr>
              <a:t>ú</a:t>
            </a:r>
            <a:r>
              <a:rPr lang="es-AR" sz="2400" spc="-15" noProof="0" dirty="0">
                <a:latin typeface="Tahoma"/>
                <a:cs typeface="Tahoma"/>
              </a:rPr>
              <a:t>b</a:t>
            </a:r>
            <a:r>
              <a:rPr lang="es-AR" sz="2400" spc="-5" noProof="0" dirty="0">
                <a:latin typeface="Tahoma"/>
                <a:cs typeface="Tahoma"/>
              </a:rPr>
              <a:t>l</a:t>
            </a:r>
            <a:r>
              <a:rPr lang="es-AR" sz="2400" spc="-10" noProof="0" dirty="0">
                <a:latin typeface="Tahoma"/>
                <a:cs typeface="Tahoma"/>
              </a:rPr>
              <a:t>ico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spc="-20" noProof="0" dirty="0">
                <a:latin typeface="Tahoma"/>
                <a:cs typeface="Tahoma"/>
              </a:rPr>
              <a:t>e</a:t>
            </a:r>
            <a:r>
              <a:rPr lang="es-AR" sz="2400" spc="-15" noProof="0" dirty="0">
                <a:latin typeface="Tahoma"/>
                <a:cs typeface="Tahoma"/>
              </a:rPr>
              <a:t>n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gene</a:t>
            </a:r>
            <a:r>
              <a:rPr lang="es-AR" sz="2400" spc="-40" noProof="0" dirty="0">
                <a:latin typeface="Tahoma"/>
                <a:cs typeface="Tahoma"/>
              </a:rPr>
              <a:t>r</a:t>
            </a:r>
            <a:r>
              <a:rPr lang="es-AR" sz="2400" spc="-10" noProof="0" dirty="0">
                <a:latin typeface="Tahoma"/>
                <a:cs typeface="Tahoma"/>
              </a:rPr>
              <a:t>al (es para especialistas del área).</a:t>
            </a:r>
          </a:p>
          <a:p>
            <a:pPr marL="144780">
              <a:lnSpc>
                <a:spcPct val="100000"/>
              </a:lnSpc>
            </a:pPr>
            <a:r>
              <a:rPr lang="es-AR" sz="3200" b="1" spc="-5" noProof="0" dirty="0">
                <a:latin typeface="Tahoma"/>
                <a:cs typeface="Tahoma"/>
              </a:rPr>
              <a:t>C</a:t>
            </a:r>
            <a:r>
              <a:rPr lang="es-AR" sz="3200" b="1" spc="-10" noProof="0" dirty="0">
                <a:latin typeface="Tahoma"/>
                <a:cs typeface="Tahoma"/>
              </a:rPr>
              <a:t>o</a:t>
            </a:r>
            <a:r>
              <a:rPr lang="es-AR" sz="3200" b="1" spc="-20" noProof="0" dirty="0">
                <a:latin typeface="Tahoma"/>
                <a:cs typeface="Tahoma"/>
              </a:rPr>
              <a:t>nta</a:t>
            </a:r>
            <a:r>
              <a:rPr lang="es-AR" sz="3200" b="1" spc="-15" noProof="0" dirty="0">
                <a:latin typeface="Tahoma"/>
                <a:cs typeface="Tahoma"/>
              </a:rPr>
              <a:t>b</a:t>
            </a:r>
            <a:r>
              <a:rPr lang="es-AR" sz="3200" b="1" spc="-10" noProof="0" dirty="0">
                <a:latin typeface="Tahoma"/>
                <a:cs typeface="Tahoma"/>
              </a:rPr>
              <a:t>i</a:t>
            </a:r>
            <a:r>
              <a:rPr lang="es-AR" sz="3200" b="1" spc="-20" noProof="0" dirty="0">
                <a:latin typeface="Tahoma"/>
                <a:cs typeface="Tahoma"/>
              </a:rPr>
              <a:t>l</a:t>
            </a:r>
            <a:r>
              <a:rPr lang="es-AR" sz="3200" b="1" noProof="0" dirty="0">
                <a:latin typeface="Tahoma"/>
                <a:cs typeface="Tahoma"/>
              </a:rPr>
              <a:t>i</a:t>
            </a:r>
            <a:r>
              <a:rPr lang="es-AR" sz="3200" b="1" spc="5" noProof="0" dirty="0">
                <a:latin typeface="Tahoma"/>
                <a:cs typeface="Tahoma"/>
              </a:rPr>
              <a:t>d</a:t>
            </a:r>
            <a:r>
              <a:rPr lang="es-AR" sz="3200" b="1" noProof="0" dirty="0">
                <a:latin typeface="Tahoma"/>
                <a:cs typeface="Tahoma"/>
              </a:rPr>
              <a:t>ad</a:t>
            </a:r>
            <a:r>
              <a:rPr lang="es-AR" sz="3200" b="1" spc="165" noProof="0" dirty="0">
                <a:latin typeface="Times New Roman"/>
                <a:cs typeface="Times New Roman"/>
              </a:rPr>
              <a:t> </a:t>
            </a:r>
            <a:r>
              <a:rPr lang="es-AR" sz="3200" b="1" spc="-20" noProof="0" dirty="0">
                <a:latin typeface="Tahoma"/>
                <a:cs typeface="Tahoma"/>
              </a:rPr>
              <a:t>Geren</a:t>
            </a:r>
            <a:r>
              <a:rPr lang="es-AR" sz="3200" b="1" spc="-25" noProof="0" dirty="0">
                <a:latin typeface="Tahoma"/>
                <a:cs typeface="Tahoma"/>
              </a:rPr>
              <a:t>c</a:t>
            </a:r>
            <a:r>
              <a:rPr lang="es-AR" sz="3200" b="1" spc="-10" noProof="0" dirty="0">
                <a:latin typeface="Tahoma"/>
                <a:cs typeface="Tahoma"/>
              </a:rPr>
              <a:t>ial: </a:t>
            </a:r>
            <a:r>
              <a:rPr lang="es-AR" sz="2800" spc="-15" noProof="0" dirty="0"/>
              <a:t>La</a:t>
            </a:r>
            <a:r>
              <a:rPr lang="es-AR" sz="2800" spc="155" noProof="0" dirty="0">
                <a:latin typeface="Times New Roman"/>
                <a:cs typeface="Times New Roman"/>
              </a:rPr>
              <a:t> </a:t>
            </a:r>
            <a:r>
              <a:rPr lang="es-AR" sz="2800" noProof="0" dirty="0"/>
              <a:t>ge</a:t>
            </a:r>
            <a:r>
              <a:rPr lang="es-AR" sz="2800" spc="-15" noProof="0" dirty="0"/>
              <a:t>r</a:t>
            </a:r>
            <a:r>
              <a:rPr lang="es-AR" sz="2800" spc="-20" noProof="0" dirty="0"/>
              <a:t>enci</a:t>
            </a:r>
            <a:r>
              <a:rPr lang="es-AR" sz="2800" spc="-15" noProof="0" dirty="0"/>
              <a:t>a</a:t>
            </a:r>
            <a:r>
              <a:rPr lang="es-AR" sz="2800" spc="145" noProof="0" dirty="0">
                <a:latin typeface="Times New Roman"/>
                <a:cs typeface="Times New Roman"/>
              </a:rPr>
              <a:t> </a:t>
            </a:r>
            <a:r>
              <a:rPr lang="es-AR" sz="2800" spc="-10" noProof="0" dirty="0"/>
              <a:t>d</a:t>
            </a:r>
            <a:r>
              <a:rPr lang="es-AR" sz="2800" noProof="0" dirty="0"/>
              <a:t>e</a:t>
            </a:r>
            <a:r>
              <a:rPr lang="es-AR" sz="2800" spc="140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u</a:t>
            </a:r>
            <a:r>
              <a:rPr lang="es-AR" sz="2800" spc="-10" noProof="0" dirty="0"/>
              <a:t>n</a:t>
            </a:r>
            <a:r>
              <a:rPr lang="es-AR" sz="2800" spc="-15" noProof="0" dirty="0"/>
              <a:t>a</a:t>
            </a:r>
            <a:r>
              <a:rPr lang="es-AR" sz="2800" spc="135" noProof="0" dirty="0">
                <a:latin typeface="Times New Roman"/>
                <a:cs typeface="Times New Roman"/>
              </a:rPr>
              <a:t> </a:t>
            </a:r>
            <a:r>
              <a:rPr lang="es-AR" sz="2800" spc="-25" noProof="0" dirty="0"/>
              <a:t>em</a:t>
            </a:r>
            <a:r>
              <a:rPr lang="es-AR" sz="2800" spc="-10" noProof="0" dirty="0"/>
              <a:t>p</a:t>
            </a:r>
            <a:r>
              <a:rPr lang="es-AR" sz="2800" spc="-15" noProof="0" dirty="0"/>
              <a:t>r</a:t>
            </a:r>
            <a:r>
              <a:rPr lang="es-AR" sz="2800" spc="-5" noProof="0" dirty="0"/>
              <a:t>es</a:t>
            </a:r>
            <a:r>
              <a:rPr lang="es-AR" sz="2800" noProof="0" dirty="0"/>
              <a:t>a</a:t>
            </a:r>
            <a:r>
              <a:rPr lang="es-AR" sz="2800" spc="165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pue</a:t>
            </a:r>
            <a:r>
              <a:rPr lang="es-AR" sz="2800" spc="-30" noProof="0" dirty="0"/>
              <a:t>d</a:t>
            </a:r>
            <a:r>
              <a:rPr lang="es-AR" sz="2800" noProof="0" dirty="0"/>
              <a:t>e</a:t>
            </a:r>
            <a:r>
              <a:rPr lang="es-AR" sz="2800" spc="150" noProof="0" dirty="0">
                <a:latin typeface="Times New Roman"/>
                <a:cs typeface="Times New Roman"/>
              </a:rPr>
              <a:t> </a:t>
            </a:r>
            <a:r>
              <a:rPr lang="es-AR" sz="2800" spc="-5" noProof="0" dirty="0"/>
              <a:t>estab</a:t>
            </a:r>
            <a:r>
              <a:rPr lang="es-AR" sz="2800" spc="5" noProof="0" dirty="0"/>
              <a:t>l</a:t>
            </a:r>
            <a:r>
              <a:rPr lang="es-AR" sz="2800" spc="-5" noProof="0" dirty="0"/>
              <a:t>ec</a:t>
            </a:r>
            <a:r>
              <a:rPr lang="es-AR" sz="2800" spc="-10" noProof="0" dirty="0"/>
              <a:t>e</a:t>
            </a:r>
            <a:r>
              <a:rPr lang="es-AR" sz="2800" noProof="0" dirty="0"/>
              <a:t>r</a:t>
            </a:r>
            <a:r>
              <a:rPr lang="es-AR" sz="2800" spc="150" noProof="0" dirty="0">
                <a:latin typeface="Times New Roman"/>
                <a:cs typeface="Times New Roman"/>
              </a:rPr>
              <a:t> </a:t>
            </a:r>
            <a:r>
              <a:rPr lang="es-AR" sz="2800" spc="-5" noProof="0" dirty="0"/>
              <a:t>l</a:t>
            </a:r>
            <a:r>
              <a:rPr lang="es-AR" sz="2800" noProof="0" dirty="0"/>
              <a:t>as</a:t>
            </a:r>
            <a:r>
              <a:rPr lang="es-AR" sz="2800" spc="150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r</a:t>
            </a:r>
            <a:r>
              <a:rPr lang="es-AR" sz="2800" spc="-20" noProof="0" dirty="0"/>
              <a:t>egla</a:t>
            </a:r>
            <a:r>
              <a:rPr lang="es-AR" sz="2800" spc="-15" noProof="0" dirty="0"/>
              <a:t>s</a:t>
            </a:r>
            <a:r>
              <a:rPr lang="es-AR" sz="2800" spc="160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que</a:t>
            </a:r>
            <a:r>
              <a:rPr lang="es-AR" sz="2800" spc="-10" noProof="0" dirty="0">
                <a:latin typeface="Times New Roman"/>
                <a:cs typeface="Times New Roman"/>
              </a:rPr>
              <a:t> </a:t>
            </a:r>
            <a:r>
              <a:rPr lang="es-AR" sz="2800" noProof="0" dirty="0"/>
              <a:t>desee</a:t>
            </a:r>
            <a:r>
              <a:rPr lang="es-AR" sz="2800" spc="140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pa</a:t>
            </a:r>
            <a:r>
              <a:rPr lang="es-AR" sz="2800" spc="-45" noProof="0" dirty="0"/>
              <a:t>r</a:t>
            </a:r>
            <a:r>
              <a:rPr lang="es-AR" sz="2800" spc="-15" noProof="0" dirty="0"/>
              <a:t>a</a:t>
            </a:r>
            <a:r>
              <a:rPr lang="es-AR" sz="2800" spc="135" noProof="0" dirty="0">
                <a:latin typeface="Times New Roman"/>
                <a:cs typeface="Times New Roman"/>
              </a:rPr>
              <a:t> </a:t>
            </a:r>
            <a:r>
              <a:rPr lang="es-AR" sz="2800" spc="-10" noProof="0" dirty="0"/>
              <a:t>r</a:t>
            </a:r>
            <a:r>
              <a:rPr lang="es-AR" sz="2800" spc="-5" noProof="0" dirty="0"/>
              <a:t>ecoge</a:t>
            </a:r>
            <a:r>
              <a:rPr lang="es-AR" sz="2800" noProof="0" dirty="0"/>
              <a:t>r</a:t>
            </a:r>
            <a:r>
              <a:rPr lang="es-AR" sz="2800" spc="160" noProof="0" dirty="0">
                <a:latin typeface="Times New Roman"/>
                <a:cs typeface="Times New Roman"/>
              </a:rPr>
              <a:t> </a:t>
            </a:r>
            <a:r>
              <a:rPr lang="es-AR" sz="2800" spc="-10" noProof="0" dirty="0"/>
              <a:t>la</a:t>
            </a:r>
            <a:r>
              <a:rPr lang="es-AR" sz="2800" spc="140" noProof="0" dirty="0">
                <a:latin typeface="Times New Roman"/>
                <a:cs typeface="Times New Roman"/>
              </a:rPr>
              <a:t> </a:t>
            </a:r>
            <a:r>
              <a:rPr lang="es-AR" sz="2800" spc="-10" noProof="0" dirty="0"/>
              <a:t>in</a:t>
            </a:r>
            <a:r>
              <a:rPr lang="es-AR" sz="2800" spc="-35" noProof="0" dirty="0"/>
              <a:t>f</a:t>
            </a:r>
            <a:r>
              <a:rPr lang="es-AR" sz="2800" noProof="0" dirty="0"/>
              <a:t>ormac</a:t>
            </a:r>
            <a:r>
              <a:rPr lang="es-AR" sz="2800" spc="-10" noProof="0" dirty="0"/>
              <a:t>i</a:t>
            </a:r>
            <a:r>
              <a:rPr lang="es-AR" sz="2800" spc="-15" noProof="0" dirty="0"/>
              <a:t>ón</a:t>
            </a:r>
            <a:r>
              <a:rPr lang="es-AR" sz="2800" spc="160" noProof="0" dirty="0">
                <a:latin typeface="Times New Roman"/>
                <a:cs typeface="Times New Roman"/>
              </a:rPr>
              <a:t> </a:t>
            </a:r>
            <a:r>
              <a:rPr lang="es-AR" sz="2800" spc="-5" noProof="0" dirty="0"/>
              <a:t>c</a:t>
            </a:r>
            <a:r>
              <a:rPr lang="es-AR" sz="2800" spc="-10" noProof="0" dirty="0"/>
              <a:t>o</a:t>
            </a:r>
            <a:r>
              <a:rPr lang="es-AR" sz="2800" spc="-15" noProof="0" dirty="0"/>
              <a:t>ntable</a:t>
            </a:r>
            <a:r>
              <a:rPr lang="es-AR" sz="2800" spc="135" noProof="0" dirty="0">
                <a:latin typeface="Times New Roman"/>
                <a:cs typeface="Times New Roman"/>
              </a:rPr>
              <a:t> </a:t>
            </a:r>
            <a:r>
              <a:rPr lang="es-AR" sz="2800" noProof="0" dirty="0"/>
              <a:t>de</a:t>
            </a:r>
            <a:r>
              <a:rPr lang="es-AR" sz="2800" spc="160" noProof="0" dirty="0">
                <a:latin typeface="Times New Roman"/>
                <a:cs typeface="Times New Roman"/>
              </a:rPr>
              <a:t> </a:t>
            </a:r>
            <a:r>
              <a:rPr lang="es-AR" sz="2800" i="1" spc="-5" noProof="0" dirty="0">
                <a:latin typeface="Tahoma"/>
                <a:cs typeface="Tahoma"/>
              </a:rPr>
              <a:t>“</a:t>
            </a:r>
            <a:r>
              <a:rPr lang="es-AR" sz="2800" spc="-15" noProof="0" dirty="0"/>
              <a:t>uso</a:t>
            </a:r>
            <a:r>
              <a:rPr lang="es-AR" sz="2800" spc="145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intern</a:t>
            </a:r>
            <a:r>
              <a:rPr lang="es-AR" sz="2800" spc="-20" noProof="0" dirty="0"/>
              <a:t>o</a:t>
            </a:r>
            <a:r>
              <a:rPr lang="es-AR" sz="2800" i="1" noProof="0" dirty="0">
                <a:latin typeface="Tahoma"/>
                <a:cs typeface="Tahoma"/>
              </a:rPr>
              <a:t>” </a:t>
            </a:r>
            <a:r>
              <a:rPr lang="es-AR" sz="2800" spc="-15" noProof="0" dirty="0"/>
              <a:t>media</a:t>
            </a:r>
            <a:r>
              <a:rPr lang="es-AR" sz="2800" spc="-10" noProof="0" dirty="0"/>
              <a:t>n</a:t>
            </a:r>
            <a:r>
              <a:rPr lang="es-AR" sz="2800" spc="-5" noProof="0" dirty="0"/>
              <a:t>t</a:t>
            </a:r>
            <a:r>
              <a:rPr lang="es-AR" sz="2800" noProof="0" dirty="0"/>
              <a:t>e</a:t>
            </a:r>
            <a:r>
              <a:rPr lang="es-AR" sz="2800" spc="150" noProof="0" dirty="0">
                <a:latin typeface="Times New Roman"/>
                <a:cs typeface="Times New Roman"/>
              </a:rPr>
              <a:t> </a:t>
            </a:r>
            <a:r>
              <a:rPr lang="es-AR" sz="2800" spc="-30" noProof="0" dirty="0"/>
              <a:t>i</a:t>
            </a:r>
            <a:r>
              <a:rPr lang="es-AR" sz="2800" spc="-15" noProof="0" dirty="0"/>
              <a:t>n</a:t>
            </a:r>
            <a:r>
              <a:rPr lang="es-AR" sz="2800" spc="-10" noProof="0" dirty="0"/>
              <a:t>dica</a:t>
            </a:r>
            <a:r>
              <a:rPr lang="es-AR" sz="2800" spc="-25" noProof="0" dirty="0"/>
              <a:t>d</a:t>
            </a:r>
            <a:r>
              <a:rPr lang="es-AR" sz="2800" noProof="0" dirty="0"/>
              <a:t>o</a:t>
            </a:r>
            <a:r>
              <a:rPr lang="es-AR" sz="2800" spc="-10" noProof="0" dirty="0"/>
              <a:t>r</a:t>
            </a:r>
            <a:r>
              <a:rPr lang="es-AR" sz="2800" spc="-5" noProof="0" dirty="0"/>
              <a:t>e</a:t>
            </a:r>
            <a:r>
              <a:rPr lang="es-AR" sz="2800" noProof="0" dirty="0"/>
              <a:t>s</a:t>
            </a:r>
            <a:r>
              <a:rPr lang="es-AR" sz="2800" spc="135" noProof="0" dirty="0">
                <a:latin typeface="Times New Roman"/>
                <a:cs typeface="Times New Roman"/>
              </a:rPr>
              <a:t> </a:t>
            </a:r>
            <a:r>
              <a:rPr lang="es-AR" sz="2800" noProof="0" dirty="0"/>
              <a:t>de</a:t>
            </a:r>
            <a:r>
              <a:rPr lang="es-AR" sz="2800" spc="150" noProof="0" dirty="0">
                <a:latin typeface="Times New Roman"/>
                <a:cs typeface="Times New Roman"/>
              </a:rPr>
              <a:t> </a:t>
            </a:r>
            <a:r>
              <a:rPr lang="es-AR" sz="2800" spc="-15" noProof="0" dirty="0"/>
              <a:t>gestión (en general es para usuarios no contables)</a:t>
            </a:r>
            <a:endParaRPr lang="es-AR" sz="2800" noProof="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9430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844550" y="1515636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lang="es-AR" spc="-20" noProof="0" dirty="0"/>
              <a:t>Información </a:t>
            </a:r>
            <a:r>
              <a:rPr lang="es-AR" spc="-5" noProof="0" dirty="0"/>
              <a:t>qu</a:t>
            </a:r>
            <a:r>
              <a:rPr lang="es-AR" noProof="0" dirty="0"/>
              <a:t>e</a:t>
            </a:r>
            <a:r>
              <a:rPr lang="es-AR" spc="-5" noProof="0" dirty="0"/>
              <a:t> </a:t>
            </a:r>
            <a:r>
              <a:rPr lang="es-AR" noProof="0" dirty="0"/>
              <a:t>brinda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9430" y="1899811"/>
            <a:ext cx="7611109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200" noProof="0" dirty="0">
                <a:latin typeface="Tahoma"/>
                <a:cs typeface="Tahoma"/>
              </a:rPr>
              <a:t>Las ca</a:t>
            </a:r>
            <a:r>
              <a:rPr lang="es-AR" sz="3200" spc="-75" noProof="0" dirty="0">
                <a:latin typeface="Tahoma"/>
                <a:cs typeface="Tahoma"/>
              </a:rPr>
              <a:t>r</a:t>
            </a:r>
            <a:r>
              <a:rPr lang="es-AR" sz="3200" noProof="0" dirty="0">
                <a:latin typeface="Tahoma"/>
                <a:cs typeface="Tahoma"/>
              </a:rPr>
              <a:t>acterístic</a:t>
            </a:r>
            <a:r>
              <a:rPr lang="es-AR" sz="3200" spc="-20" noProof="0" dirty="0">
                <a:latin typeface="Tahoma"/>
                <a:cs typeface="Tahoma"/>
              </a:rPr>
              <a:t>a</a:t>
            </a:r>
            <a:r>
              <a:rPr lang="es-AR" sz="3200" noProof="0" dirty="0">
                <a:latin typeface="Tahoma"/>
                <a:cs typeface="Tahoma"/>
              </a:rPr>
              <a:t>s</a:t>
            </a:r>
            <a:r>
              <a:rPr lang="es-AR" sz="3200" spc="200" noProof="0" dirty="0">
                <a:latin typeface="Times New Roman"/>
                <a:cs typeface="Times New Roman"/>
              </a:rPr>
              <a:t> </a:t>
            </a:r>
            <a:r>
              <a:rPr lang="es-AR" sz="3200" noProof="0" dirty="0">
                <a:latin typeface="Tahoma"/>
                <a:cs typeface="Tahoma"/>
              </a:rPr>
              <a:t>de</a:t>
            </a:r>
            <a:r>
              <a:rPr lang="es-AR" sz="3200" spc="200" noProof="0" dirty="0">
                <a:latin typeface="Times New Roman"/>
                <a:cs typeface="Times New Roman"/>
              </a:rPr>
              <a:t> </a:t>
            </a:r>
            <a:r>
              <a:rPr lang="es-AR" sz="3200" noProof="0" dirty="0">
                <a:latin typeface="Tahoma"/>
                <a:cs typeface="Tahoma"/>
              </a:rPr>
              <a:t>la</a:t>
            </a:r>
            <a:r>
              <a:rPr lang="es-AR" sz="3200" spc="190" noProof="0" dirty="0">
                <a:latin typeface="Times New Roman"/>
                <a:cs typeface="Times New Roman"/>
              </a:rPr>
              <a:t> </a:t>
            </a:r>
            <a:r>
              <a:rPr lang="es-AR" sz="3200" noProof="0" dirty="0">
                <a:latin typeface="Tahoma"/>
                <a:cs typeface="Tahoma"/>
              </a:rPr>
              <a:t>in</a:t>
            </a:r>
            <a:r>
              <a:rPr lang="es-AR" sz="3200" spc="-40" noProof="0" dirty="0">
                <a:latin typeface="Tahoma"/>
                <a:cs typeface="Tahoma"/>
              </a:rPr>
              <a:t>f</a:t>
            </a:r>
            <a:r>
              <a:rPr lang="es-AR" sz="3200" noProof="0" dirty="0">
                <a:latin typeface="Tahoma"/>
                <a:cs typeface="Tahoma"/>
              </a:rPr>
              <a:t>ormación</a:t>
            </a:r>
            <a:r>
              <a:rPr lang="es-AR" sz="3200" spc="175" noProof="0" dirty="0">
                <a:latin typeface="Times New Roman"/>
                <a:cs typeface="Times New Roman"/>
              </a:rPr>
              <a:t> </a:t>
            </a:r>
            <a:r>
              <a:rPr lang="es-AR" sz="3200" spc="-5" noProof="0" dirty="0">
                <a:latin typeface="Tahoma"/>
                <a:cs typeface="Tahoma"/>
              </a:rPr>
              <a:t>contable en lo posible debe ser:</a:t>
            </a:r>
            <a:endParaRPr lang="es-AR" sz="3200" noProof="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980" y="2940264"/>
            <a:ext cx="3402965" cy="2414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2400" b="1" spc="-20" noProof="0" dirty="0">
                <a:latin typeface="Tahoma"/>
                <a:cs typeface="Tahoma"/>
              </a:rPr>
              <a:t>Exacta</a:t>
            </a:r>
            <a:endParaRPr lang="es-AR" sz="2400" noProof="0" dirty="0">
              <a:latin typeface="Tahoma"/>
              <a:cs typeface="Tahoma"/>
            </a:endParaRPr>
          </a:p>
          <a:p>
            <a:pPr marL="12700" marR="5080">
              <a:lnSpc>
                <a:spcPct val="117100"/>
              </a:lnSpc>
              <a:spcBef>
                <a:spcPts val="10"/>
              </a:spcBef>
            </a:pPr>
            <a:r>
              <a:rPr lang="es-AR" sz="2400" b="1" spc="-15" noProof="0" dirty="0">
                <a:latin typeface="Tahoma"/>
                <a:cs typeface="Tahoma"/>
              </a:rPr>
              <a:t>Verdade</a:t>
            </a:r>
            <a:r>
              <a:rPr lang="es-AR" sz="2400" b="1" spc="-35" noProof="0" dirty="0">
                <a:latin typeface="Tahoma"/>
                <a:cs typeface="Tahoma"/>
              </a:rPr>
              <a:t>r</a:t>
            </a:r>
            <a:r>
              <a:rPr lang="es-AR" sz="2400" b="1" spc="-15" noProof="0" dirty="0">
                <a:latin typeface="Tahoma"/>
                <a:cs typeface="Tahoma"/>
              </a:rPr>
              <a:t>a</a:t>
            </a:r>
            <a:r>
              <a:rPr lang="es-AR" sz="2400" b="1" spc="16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-</a:t>
            </a:r>
            <a:r>
              <a:rPr lang="es-AR" sz="2400" spc="145" noProof="0" dirty="0">
                <a:latin typeface="Times New Roman"/>
                <a:cs typeface="Times New Roman"/>
              </a:rPr>
              <a:t> </a:t>
            </a:r>
            <a:r>
              <a:rPr lang="es-AR" sz="2400" b="1" spc="-5" noProof="0" dirty="0">
                <a:latin typeface="Tahoma"/>
                <a:cs typeface="Tahoma"/>
              </a:rPr>
              <a:t>Fidedigna</a:t>
            </a:r>
            <a:r>
              <a:rPr lang="es-AR" sz="2400" b="1" spc="-5" noProof="0" dirty="0">
                <a:latin typeface="Times New Roman"/>
                <a:cs typeface="Times New Roman"/>
              </a:rPr>
              <a:t> </a:t>
            </a:r>
            <a:r>
              <a:rPr lang="es-AR" sz="2400" b="1" spc="-5" noProof="0" dirty="0">
                <a:latin typeface="Tahoma"/>
                <a:cs typeface="Tahoma"/>
              </a:rPr>
              <a:t>C</a:t>
            </a:r>
            <a:r>
              <a:rPr lang="es-AR" sz="2400" b="1" spc="-10" noProof="0" dirty="0">
                <a:latin typeface="Tahoma"/>
                <a:cs typeface="Tahoma"/>
              </a:rPr>
              <a:t>l</a:t>
            </a:r>
            <a:r>
              <a:rPr lang="es-AR" sz="2400" b="1" spc="-15" noProof="0" dirty="0">
                <a:latin typeface="Tahoma"/>
                <a:cs typeface="Tahoma"/>
              </a:rPr>
              <a:t>ara</a:t>
            </a:r>
            <a:endParaRPr lang="es-AR" sz="2400" noProof="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s-AR" sz="2400" b="1" spc="-20" noProof="0" dirty="0">
                <a:latin typeface="Tahoma"/>
                <a:cs typeface="Tahoma"/>
              </a:rPr>
              <a:t>Referid</a:t>
            </a:r>
            <a:r>
              <a:rPr lang="es-AR" sz="2400" b="1" spc="-15" noProof="0" dirty="0">
                <a:latin typeface="Tahoma"/>
                <a:cs typeface="Tahoma"/>
              </a:rPr>
              <a:t>a</a:t>
            </a:r>
            <a:r>
              <a:rPr lang="es-AR" sz="2400" b="1" spc="145" noProof="0" dirty="0">
                <a:latin typeface="Times New Roman"/>
                <a:cs typeface="Times New Roman"/>
              </a:rPr>
              <a:t> </a:t>
            </a:r>
            <a:r>
              <a:rPr lang="es-AR" sz="2400" b="1" spc="-15" noProof="0" dirty="0">
                <a:latin typeface="Tahoma"/>
                <a:cs typeface="Tahoma"/>
              </a:rPr>
              <a:t>a</a:t>
            </a:r>
            <a:r>
              <a:rPr lang="es-AR" sz="2400" b="1" spc="155" noProof="0" dirty="0">
                <a:latin typeface="Times New Roman"/>
                <a:cs typeface="Times New Roman"/>
              </a:rPr>
              <a:t> </a:t>
            </a:r>
            <a:r>
              <a:rPr lang="es-AR" sz="2400" b="1" spc="-5" noProof="0" dirty="0">
                <a:latin typeface="Tahoma"/>
                <a:cs typeface="Tahoma"/>
              </a:rPr>
              <a:t>u</a:t>
            </a:r>
            <a:r>
              <a:rPr lang="es-AR" sz="2400" b="1" noProof="0" dirty="0">
                <a:latin typeface="Tahoma"/>
                <a:cs typeface="Tahoma"/>
              </a:rPr>
              <a:t>n</a:t>
            </a:r>
            <a:r>
              <a:rPr lang="es-AR" sz="2400" b="1" spc="140" noProof="0" dirty="0">
                <a:latin typeface="Times New Roman"/>
                <a:cs typeface="Times New Roman"/>
              </a:rPr>
              <a:t> </a:t>
            </a:r>
            <a:r>
              <a:rPr lang="es-AR" sz="2400" b="1" spc="-20" noProof="0" dirty="0">
                <a:latin typeface="Tahoma"/>
                <a:cs typeface="Tahoma"/>
              </a:rPr>
              <a:t>Ni</a:t>
            </a:r>
            <a:r>
              <a:rPr lang="es-AR" sz="2400" b="1" spc="-15" noProof="0" dirty="0">
                <a:latin typeface="Tahoma"/>
                <a:cs typeface="Tahoma"/>
              </a:rPr>
              <a:t>vel</a:t>
            </a:r>
            <a:endParaRPr lang="es-AR" sz="2400" noProof="0" dirty="0">
              <a:latin typeface="Tahoma"/>
              <a:cs typeface="Tahoma"/>
            </a:endParaRPr>
          </a:p>
          <a:p>
            <a:pPr marL="12700" marR="1736725">
              <a:lnSpc>
                <a:spcPct val="117200"/>
              </a:lnSpc>
              <a:spcBef>
                <a:spcPts val="5"/>
              </a:spcBef>
            </a:pPr>
            <a:r>
              <a:rPr lang="es-AR" sz="2400" b="1" spc="-15" noProof="0" dirty="0">
                <a:latin typeface="Tahoma"/>
                <a:cs typeface="Tahoma"/>
              </a:rPr>
              <a:t>Oportuna</a:t>
            </a:r>
            <a:r>
              <a:rPr lang="es-AR" sz="2400" b="1" spc="-10" noProof="0" dirty="0">
                <a:latin typeface="Times New Roman"/>
                <a:cs typeface="Times New Roman"/>
              </a:rPr>
              <a:t> </a:t>
            </a:r>
            <a:r>
              <a:rPr lang="es-AR" sz="2400" b="1" spc="-5" noProof="0" dirty="0">
                <a:latin typeface="Tahoma"/>
                <a:cs typeface="Tahoma"/>
              </a:rPr>
              <a:t>Ec</a:t>
            </a:r>
            <a:r>
              <a:rPr lang="es-AR" sz="2400" b="1" spc="-15" noProof="0" dirty="0">
                <a:latin typeface="Tahoma"/>
                <a:cs typeface="Tahoma"/>
              </a:rPr>
              <a:t>o</a:t>
            </a:r>
            <a:r>
              <a:rPr lang="es-AR" sz="2400" b="1" spc="-20" noProof="0" dirty="0">
                <a:latin typeface="Tahoma"/>
                <a:cs typeface="Tahoma"/>
              </a:rPr>
              <a:t>nóm</a:t>
            </a:r>
            <a:r>
              <a:rPr lang="es-AR" sz="2400" b="1" spc="-15" noProof="0" dirty="0">
                <a:latin typeface="Tahoma"/>
                <a:cs typeface="Tahoma"/>
              </a:rPr>
              <a:t>ica</a:t>
            </a:r>
            <a:endParaRPr lang="es-AR" sz="2400" noProof="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5290" rIns="0" bIns="0" rtlCol="0">
            <a:spAutoFit/>
          </a:bodyPr>
          <a:lstStyle/>
          <a:p>
            <a:pPr marL="4030345">
              <a:lnSpc>
                <a:spcPct val="100000"/>
              </a:lnSpc>
            </a:pPr>
            <a:r>
              <a:rPr lang="es-AR" b="1" noProof="0" dirty="0">
                <a:latin typeface="Times New Roman"/>
                <a:cs typeface="Times New Roman"/>
              </a:rPr>
              <a:t>→ </a:t>
            </a:r>
            <a:r>
              <a:rPr lang="es-AR" spc="-65" noProof="0" dirty="0"/>
              <a:t>R</a:t>
            </a:r>
            <a:r>
              <a:rPr lang="es-AR" spc="-20" noProof="0" dirty="0"/>
              <a:t>espalda</a:t>
            </a:r>
            <a:r>
              <a:rPr lang="es-AR" noProof="0" dirty="0"/>
              <a:t>d</a:t>
            </a:r>
            <a:r>
              <a:rPr lang="es-AR" spc="-15" noProof="0" dirty="0"/>
              <a:t>a</a:t>
            </a:r>
          </a:p>
          <a:p>
            <a:pPr marL="4003040">
              <a:lnSpc>
                <a:spcPct val="100000"/>
              </a:lnSpc>
              <a:spcBef>
                <a:spcPts val="420"/>
              </a:spcBef>
            </a:pPr>
            <a:r>
              <a:rPr lang="es-AR" b="1" noProof="0" dirty="0">
                <a:latin typeface="Times New Roman"/>
                <a:cs typeface="Times New Roman"/>
              </a:rPr>
              <a:t>→ </a:t>
            </a:r>
            <a:r>
              <a:rPr lang="es-AR" spc="-65" noProof="0" dirty="0"/>
              <a:t>R</a:t>
            </a:r>
            <a:r>
              <a:rPr lang="es-AR" spc="-15" noProof="0" dirty="0"/>
              <a:t>eali</a:t>
            </a:r>
            <a:r>
              <a:rPr lang="es-AR" spc="-5" noProof="0" dirty="0"/>
              <a:t>d</a:t>
            </a:r>
            <a:r>
              <a:rPr lang="es-AR" spc="-15" noProof="0" dirty="0"/>
              <a:t>ad</a:t>
            </a:r>
          </a:p>
          <a:p>
            <a:pPr marL="4003040">
              <a:lnSpc>
                <a:spcPct val="100000"/>
              </a:lnSpc>
              <a:spcBef>
                <a:spcPts val="320"/>
              </a:spcBef>
            </a:pPr>
            <a:r>
              <a:rPr lang="es-AR" b="1" noProof="0" dirty="0">
                <a:latin typeface="Times New Roman"/>
                <a:cs typeface="Times New Roman"/>
              </a:rPr>
              <a:t>→ </a:t>
            </a:r>
            <a:r>
              <a:rPr lang="es-AR" spc="-20" noProof="0" dirty="0"/>
              <a:t>Comp</a:t>
            </a:r>
            <a:r>
              <a:rPr lang="es-AR" spc="-15" noProof="0" dirty="0"/>
              <a:t>r</a:t>
            </a:r>
            <a:r>
              <a:rPr lang="es-AR" spc="-20" noProof="0" dirty="0"/>
              <a:t>ensi</a:t>
            </a:r>
            <a:r>
              <a:rPr lang="es-AR" spc="-10" noProof="0" dirty="0"/>
              <a:t>ó</a:t>
            </a:r>
            <a:r>
              <a:rPr lang="es-AR" spc="-15" noProof="0" dirty="0"/>
              <a:t>n</a:t>
            </a:r>
          </a:p>
          <a:p>
            <a:pPr marL="4004310">
              <a:lnSpc>
                <a:spcPct val="100000"/>
              </a:lnSpc>
              <a:spcBef>
                <a:spcPts val="265"/>
              </a:spcBef>
            </a:pPr>
            <a:r>
              <a:rPr lang="es-AR" b="1" noProof="0" dirty="0">
                <a:latin typeface="Times New Roman"/>
                <a:cs typeface="Times New Roman"/>
              </a:rPr>
              <a:t>→ </a:t>
            </a:r>
            <a:r>
              <a:rPr lang="es-AR" spc="-5" noProof="0" dirty="0"/>
              <a:t>Desti</a:t>
            </a:r>
            <a:r>
              <a:rPr lang="es-AR" spc="5" noProof="0" dirty="0"/>
              <a:t>n</a:t>
            </a:r>
            <a:r>
              <a:rPr lang="es-AR" noProof="0" dirty="0"/>
              <a:t>a</a:t>
            </a:r>
            <a:r>
              <a:rPr lang="es-AR" spc="-15" noProof="0" dirty="0"/>
              <a:t>t</a:t>
            </a:r>
            <a:r>
              <a:rPr lang="es-AR" spc="-10" noProof="0" dirty="0"/>
              <a:t>ario</a:t>
            </a:r>
          </a:p>
          <a:p>
            <a:pPr marL="4004310">
              <a:lnSpc>
                <a:spcPct val="100000"/>
              </a:lnSpc>
              <a:spcBef>
                <a:spcPts val="500"/>
              </a:spcBef>
            </a:pPr>
            <a:r>
              <a:rPr lang="es-AR" b="1" noProof="0" dirty="0">
                <a:latin typeface="Times New Roman"/>
                <a:cs typeface="Times New Roman"/>
              </a:rPr>
              <a:t>→ </a:t>
            </a:r>
            <a:r>
              <a:rPr lang="es-AR" spc="-15" noProof="0" dirty="0"/>
              <a:t>A</a:t>
            </a:r>
            <a:r>
              <a:rPr lang="es-AR" spc="150" noProof="0" dirty="0">
                <a:latin typeface="Times New Roman"/>
                <a:cs typeface="Times New Roman"/>
              </a:rPr>
              <a:t> </a:t>
            </a:r>
            <a:r>
              <a:rPr lang="es-AR" noProof="0" dirty="0"/>
              <a:t>t</a:t>
            </a:r>
            <a:r>
              <a:rPr lang="es-AR" spc="-15" noProof="0" dirty="0"/>
              <a:t>iem</a:t>
            </a:r>
            <a:r>
              <a:rPr lang="es-AR" spc="-25" noProof="0" dirty="0"/>
              <a:t>p</a:t>
            </a:r>
            <a:r>
              <a:rPr lang="es-AR" spc="-15" noProof="0" dirty="0"/>
              <a:t>o</a:t>
            </a:r>
          </a:p>
          <a:p>
            <a:pPr marL="4042410">
              <a:lnSpc>
                <a:spcPct val="100000"/>
              </a:lnSpc>
              <a:spcBef>
                <a:spcPts val="495"/>
              </a:spcBef>
            </a:pPr>
            <a:r>
              <a:rPr lang="es-AR" b="1" noProof="0" dirty="0">
                <a:latin typeface="Times New Roman"/>
                <a:cs typeface="Times New Roman"/>
              </a:rPr>
              <a:t>→ </a:t>
            </a:r>
            <a:r>
              <a:rPr lang="es-AR" spc="-20" noProof="0" dirty="0"/>
              <a:t>E</a:t>
            </a:r>
            <a:r>
              <a:rPr lang="es-AR" spc="-15" noProof="0" dirty="0"/>
              <a:t>n</a:t>
            </a:r>
            <a:r>
              <a:rPr lang="es-AR" spc="155" noProof="0" dirty="0">
                <a:latin typeface="Times New Roman"/>
                <a:cs typeface="Times New Roman"/>
              </a:rPr>
              <a:t> </a:t>
            </a:r>
            <a:r>
              <a:rPr lang="es-AR" spc="-10" noProof="0" dirty="0"/>
              <a:t>lo</a:t>
            </a:r>
            <a:r>
              <a:rPr lang="es-AR" spc="150" noProof="0" dirty="0">
                <a:latin typeface="Times New Roman"/>
                <a:cs typeface="Times New Roman"/>
              </a:rPr>
              <a:t> </a:t>
            </a:r>
            <a:r>
              <a:rPr lang="es-AR" spc="-15" noProof="0" dirty="0"/>
              <a:t>p</a:t>
            </a:r>
            <a:r>
              <a:rPr lang="es-AR" spc="-30" noProof="0" dirty="0"/>
              <a:t>o</a:t>
            </a:r>
            <a:r>
              <a:rPr lang="es-AR" spc="-15" noProof="0" dirty="0"/>
              <a:t>sib</a:t>
            </a:r>
            <a:r>
              <a:rPr lang="es-AR" spc="-5" noProof="0" dirty="0"/>
              <a:t>l</a:t>
            </a:r>
            <a:r>
              <a:rPr lang="es-AR" noProof="0" dirty="0"/>
              <a:t>e</a:t>
            </a:r>
            <a:r>
              <a:rPr lang="es-AR" spc="150" noProof="0" dirty="0">
                <a:latin typeface="Times New Roman"/>
                <a:cs typeface="Times New Roman"/>
              </a:rPr>
              <a:t> </a:t>
            </a:r>
            <a:r>
              <a:rPr lang="es-AR" spc="-15" noProof="0" dirty="0"/>
              <a:t>a</a:t>
            </a:r>
            <a:r>
              <a:rPr lang="es-AR" spc="175" noProof="0" dirty="0">
                <a:latin typeface="Times New Roman"/>
                <a:cs typeface="Times New Roman"/>
              </a:rPr>
              <a:t> </a:t>
            </a:r>
            <a:r>
              <a:rPr lang="es-AR" spc="-15" noProof="0" dirty="0"/>
              <a:t>bajo</a:t>
            </a:r>
            <a:r>
              <a:rPr lang="es-AR" spc="145" noProof="0" dirty="0">
                <a:latin typeface="Times New Roman"/>
                <a:cs typeface="Times New Roman"/>
              </a:rPr>
              <a:t> </a:t>
            </a:r>
            <a:r>
              <a:rPr lang="es-AR" spc="-5" noProof="0" dirty="0"/>
              <a:t>c</a:t>
            </a:r>
            <a:r>
              <a:rPr lang="es-AR" noProof="0" dirty="0"/>
              <a:t>osto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0135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4400" y="1768475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/>
          <p:nvPr/>
        </p:nvSpPr>
        <p:spPr>
          <a:xfrm>
            <a:off x="6159500" y="3343084"/>
            <a:ext cx="2187575" cy="28733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5" name="object 5"/>
          <p:cNvSpPr/>
          <p:nvPr/>
        </p:nvSpPr>
        <p:spPr>
          <a:xfrm>
            <a:off x="748665" y="3355771"/>
            <a:ext cx="2188972" cy="2895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6" name="object 6"/>
          <p:cNvSpPr/>
          <p:nvPr/>
        </p:nvSpPr>
        <p:spPr>
          <a:xfrm>
            <a:off x="2920238" y="3368547"/>
            <a:ext cx="2188972" cy="2881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7" name="object 7"/>
          <p:cNvSpPr txBox="1"/>
          <p:nvPr/>
        </p:nvSpPr>
        <p:spPr>
          <a:xfrm>
            <a:off x="1855977" y="1119742"/>
            <a:ext cx="53613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Principales Documentos</a:t>
            </a:r>
            <a:endParaRPr lang="es-AR" sz="3600" noProof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9570" y="2548595"/>
            <a:ext cx="25165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2400" b="1" spc="-15" noProof="0" dirty="0">
                <a:solidFill>
                  <a:srgbClr val="0000CC"/>
                </a:solidFill>
                <a:latin typeface="Tahoma"/>
                <a:cs typeface="Tahoma"/>
              </a:rPr>
              <a:t>Balance</a:t>
            </a:r>
            <a:r>
              <a:rPr lang="es-AR" sz="2400" b="1" spc="15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400" b="1" spc="-25" noProof="0" dirty="0">
                <a:solidFill>
                  <a:srgbClr val="0000CC"/>
                </a:solidFill>
                <a:latin typeface="Tahoma"/>
                <a:cs typeface="Tahoma"/>
              </a:rPr>
              <a:t>Gene</a:t>
            </a:r>
            <a:r>
              <a:rPr lang="es-AR" sz="2400" b="1" spc="-10" noProof="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lang="es-AR" sz="2400" b="1" spc="-15" noProof="0" dirty="0">
                <a:solidFill>
                  <a:srgbClr val="0000CC"/>
                </a:solidFill>
                <a:latin typeface="Tahoma"/>
                <a:cs typeface="Tahoma"/>
              </a:rPr>
              <a:t>al</a:t>
            </a:r>
            <a:endParaRPr lang="es-AR" sz="2400" noProof="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31072" y="2350475"/>
            <a:ext cx="1718310" cy="76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99060">
              <a:lnSpc>
                <a:spcPct val="117500"/>
              </a:lnSpc>
            </a:pPr>
            <a:r>
              <a:rPr lang="es-AR" sz="2400" b="1" spc="-20" noProof="0" dirty="0">
                <a:solidFill>
                  <a:srgbClr val="0000CC"/>
                </a:solidFill>
                <a:latin typeface="Tahoma"/>
                <a:cs typeface="Tahoma"/>
              </a:rPr>
              <a:t>Estad</a:t>
            </a:r>
            <a:r>
              <a:rPr lang="es-AR" sz="2400" b="1" spc="-15" noProof="0" dirty="0">
                <a:solidFill>
                  <a:srgbClr val="0000CC"/>
                </a:solidFill>
                <a:latin typeface="Tahoma"/>
                <a:cs typeface="Tahoma"/>
              </a:rPr>
              <a:t>o</a:t>
            </a:r>
            <a:r>
              <a:rPr lang="es-AR" sz="2400" b="1" spc="160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400" b="1" noProof="0" dirty="0">
                <a:solidFill>
                  <a:srgbClr val="0000CC"/>
                </a:solidFill>
                <a:latin typeface="Tahoma"/>
                <a:cs typeface="Tahoma"/>
              </a:rPr>
              <a:t>de</a:t>
            </a:r>
            <a:r>
              <a:rPr lang="es-AR" sz="2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2400" b="1" spc="-20" noProof="0" dirty="0">
                <a:solidFill>
                  <a:srgbClr val="0000CC"/>
                </a:solidFill>
                <a:latin typeface="Tahoma"/>
                <a:cs typeface="Tahoma"/>
              </a:rPr>
              <a:t>Result</a:t>
            </a:r>
            <a:r>
              <a:rPr lang="es-AR" sz="2400" b="1" noProof="0" dirty="0">
                <a:solidFill>
                  <a:srgbClr val="0000CC"/>
                </a:solidFill>
                <a:latin typeface="Tahoma"/>
                <a:cs typeface="Tahoma"/>
              </a:rPr>
              <a:t>ad</a:t>
            </a:r>
            <a:r>
              <a:rPr lang="es-AR" sz="2400" b="1" spc="5" noProof="0" dirty="0">
                <a:solidFill>
                  <a:srgbClr val="0000CC"/>
                </a:solidFill>
                <a:latin typeface="Tahoma"/>
                <a:cs typeface="Tahoma"/>
              </a:rPr>
              <a:t>o</a:t>
            </a:r>
            <a:r>
              <a:rPr lang="es-AR" sz="2400" b="1" spc="-15" noProof="0" dirty="0">
                <a:solidFill>
                  <a:srgbClr val="0000CC"/>
                </a:solidFill>
                <a:latin typeface="Tahoma"/>
                <a:cs typeface="Tahoma"/>
              </a:rPr>
              <a:t>s</a:t>
            </a:r>
            <a:endParaRPr lang="es-AR" sz="2400" noProof="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6090" y="3939087"/>
            <a:ext cx="7626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spc="-100" noProof="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entas</a:t>
            </a:r>
            <a:endParaRPr lang="es-AR" sz="1800" noProof="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0003" y="4338375"/>
            <a:ext cx="7613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s-AR" sz="1800" b="1" spc="20" noProof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s-AR" sz="1800" b="1" spc="-30" noProof="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lang="es-AR" sz="1800" noProof="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10972" y="4562405"/>
            <a:ext cx="7213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spc="-30" noProof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s-AR" sz="1800" b="1" spc="5" noProof="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AR" sz="1800" b="1" spc="25" noProof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s-AR" sz="1800" b="1" spc="-30" noProof="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lang="es-AR" sz="1800" noProof="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5836" y="4946832"/>
            <a:ext cx="1830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Costos</a:t>
            </a:r>
            <a:r>
              <a:rPr lang="es-AR" sz="1800" b="1" spc="1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lang="es-AR" sz="1800" b="1" spc="-1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Ga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s-AR" sz="1800" b="1" spc="10" noProof="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os</a:t>
            </a:r>
            <a:endParaRPr lang="es-AR" sz="1800" noProof="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6414" y="5816985"/>
            <a:ext cx="1791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trimon</a:t>
            </a:r>
            <a:r>
              <a:rPr lang="es-AR" sz="1800" b="1" spc="5" noProof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lang="es-AR" sz="1800" b="1" spc="1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lang="es-AR" sz="1800" noProof="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7465" y="5810888"/>
            <a:ext cx="17030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sultado</a:t>
            </a:r>
            <a:r>
              <a:rPr lang="es-AR" sz="1800" b="1" spc="1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s-AR" sz="1800" b="1" spc="10" noProof="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lang="es-AR" sz="18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4980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914400" y="1768475"/>
            <a:ext cx="8229600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/>
          <p:nvPr/>
        </p:nvSpPr>
        <p:spPr>
          <a:xfrm>
            <a:off x="114300" y="2556129"/>
            <a:ext cx="8995410" cy="11029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5" name="object 5"/>
          <p:cNvSpPr/>
          <p:nvPr/>
        </p:nvSpPr>
        <p:spPr>
          <a:xfrm>
            <a:off x="2413000" y="3711079"/>
            <a:ext cx="2187575" cy="2895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6" name="object 6"/>
          <p:cNvSpPr/>
          <p:nvPr/>
        </p:nvSpPr>
        <p:spPr>
          <a:xfrm>
            <a:off x="4648200" y="3698405"/>
            <a:ext cx="2181225" cy="29190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7" name="object 7"/>
          <p:cNvSpPr txBox="1"/>
          <p:nvPr/>
        </p:nvSpPr>
        <p:spPr>
          <a:xfrm>
            <a:off x="1689861" y="1130410"/>
            <a:ext cx="569341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3600" b="1" spc="-30" noProof="0" dirty="0">
                <a:solidFill>
                  <a:srgbClr val="CC0000"/>
                </a:solidFill>
                <a:latin typeface="Arial"/>
                <a:cs typeface="Arial"/>
              </a:rPr>
              <a:t>L</a:t>
            </a:r>
            <a:r>
              <a:rPr lang="es-AR" sz="3600" b="1" spc="-20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3600" b="1" spc="-5" noProof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Ecu</a:t>
            </a:r>
            <a:r>
              <a:rPr lang="es-AR" sz="3600" b="1" spc="5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3600" b="1" spc="-20" noProof="0" dirty="0">
                <a:solidFill>
                  <a:srgbClr val="CC0000"/>
                </a:solidFill>
                <a:latin typeface="Arial"/>
                <a:cs typeface="Arial"/>
              </a:rPr>
              <a:t>ción</a:t>
            </a:r>
            <a:r>
              <a:rPr lang="es-AR" sz="3600" b="1" spc="5" noProof="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Fun</a:t>
            </a:r>
            <a:r>
              <a:rPr lang="es-AR" sz="3600" b="1" spc="-15" noProof="0" dirty="0">
                <a:solidFill>
                  <a:srgbClr val="CC0000"/>
                </a:solidFill>
                <a:latin typeface="Arial"/>
                <a:cs typeface="Arial"/>
              </a:rPr>
              <a:t>d</a:t>
            </a:r>
            <a:r>
              <a:rPr lang="es-AR" sz="3600" b="1" spc="10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ment</a:t>
            </a:r>
            <a:r>
              <a:rPr lang="es-AR" sz="3600" b="1" spc="10" noProof="0" dirty="0">
                <a:solidFill>
                  <a:srgbClr val="CC0000"/>
                </a:solidFill>
                <a:latin typeface="Arial"/>
                <a:cs typeface="Arial"/>
              </a:rPr>
              <a:t>a</a:t>
            </a:r>
            <a:r>
              <a:rPr lang="es-AR" sz="3600" b="1" noProof="0" dirty="0">
                <a:solidFill>
                  <a:srgbClr val="CC0000"/>
                </a:solidFill>
                <a:latin typeface="Arial"/>
                <a:cs typeface="Arial"/>
              </a:rPr>
              <a:t>l</a:t>
            </a:r>
            <a:endParaRPr lang="es-AR" sz="3600" noProof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793" y="2169115"/>
            <a:ext cx="7928609" cy="1192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3135">
              <a:lnSpc>
                <a:spcPct val="100000"/>
              </a:lnSpc>
            </a:pPr>
            <a:r>
              <a:rPr lang="es-AR" sz="2400" spc="-15" noProof="0" dirty="0">
                <a:latin typeface="Tahoma"/>
                <a:cs typeface="Tahoma"/>
              </a:rPr>
              <a:t>La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ecuació</a:t>
            </a:r>
            <a:r>
              <a:rPr lang="es-AR" sz="2400" spc="-15" noProof="0" dirty="0">
                <a:latin typeface="Tahoma"/>
                <a:cs typeface="Tahoma"/>
              </a:rPr>
              <a:t>n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35" noProof="0" dirty="0">
                <a:latin typeface="Tahoma"/>
                <a:cs typeface="Tahoma"/>
              </a:rPr>
              <a:t>f</a:t>
            </a:r>
            <a:r>
              <a:rPr lang="es-AR" sz="2400" spc="-15" noProof="0" dirty="0">
                <a:latin typeface="Tahoma"/>
                <a:cs typeface="Tahoma"/>
              </a:rPr>
              <a:t>undamental</a:t>
            </a:r>
            <a:r>
              <a:rPr lang="es-AR" sz="2400" spc="150" noProof="0" dirty="0">
                <a:latin typeface="Times New Roman"/>
                <a:cs typeface="Times New Roman"/>
              </a:rPr>
              <a:t> </a:t>
            </a:r>
            <a:r>
              <a:rPr lang="es-AR" sz="2400" noProof="0" dirty="0">
                <a:latin typeface="Tahoma"/>
                <a:cs typeface="Tahoma"/>
              </a:rPr>
              <a:t>de</a:t>
            </a:r>
            <a:r>
              <a:rPr lang="es-AR" sz="2400" spc="145" noProof="0" dirty="0">
                <a:latin typeface="Times New Roman"/>
                <a:cs typeface="Times New Roman"/>
              </a:rPr>
              <a:t> </a:t>
            </a:r>
            <a:r>
              <a:rPr lang="es-AR" sz="2400" spc="-10" noProof="0" dirty="0">
                <a:latin typeface="Tahoma"/>
                <a:cs typeface="Tahoma"/>
              </a:rPr>
              <a:t>la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30" noProof="0" dirty="0">
                <a:latin typeface="Tahoma"/>
                <a:cs typeface="Tahoma"/>
              </a:rPr>
              <a:t>C</a:t>
            </a:r>
            <a:r>
              <a:rPr lang="es-AR" sz="2400" spc="-15" noProof="0" dirty="0">
                <a:latin typeface="Tahoma"/>
                <a:cs typeface="Tahoma"/>
              </a:rPr>
              <a:t>o</a:t>
            </a:r>
            <a:r>
              <a:rPr lang="es-AR" sz="2400" spc="-10" noProof="0" dirty="0">
                <a:latin typeface="Tahoma"/>
                <a:cs typeface="Tahoma"/>
              </a:rPr>
              <a:t>n</a:t>
            </a:r>
            <a:r>
              <a:rPr lang="es-AR" sz="2400" spc="-15" noProof="0" dirty="0">
                <a:latin typeface="Tahoma"/>
                <a:cs typeface="Tahoma"/>
              </a:rPr>
              <a:t>tabili</a:t>
            </a:r>
            <a:r>
              <a:rPr lang="es-AR" sz="2400" noProof="0" dirty="0">
                <a:latin typeface="Tahoma"/>
                <a:cs typeface="Tahoma"/>
              </a:rPr>
              <a:t>d</a:t>
            </a:r>
            <a:r>
              <a:rPr lang="es-AR" sz="2400" spc="-30" noProof="0" dirty="0">
                <a:latin typeface="Tahoma"/>
                <a:cs typeface="Tahoma"/>
              </a:rPr>
              <a:t>a</a:t>
            </a:r>
            <a:r>
              <a:rPr lang="es-AR" sz="2400" spc="-15" noProof="0" dirty="0">
                <a:latin typeface="Tahoma"/>
                <a:cs typeface="Tahoma"/>
              </a:rPr>
              <a:t>d</a:t>
            </a:r>
            <a:r>
              <a:rPr lang="es-AR" sz="2400" spc="155" noProof="0" dirty="0">
                <a:latin typeface="Times New Roman"/>
                <a:cs typeface="Times New Roman"/>
              </a:rPr>
              <a:t> </a:t>
            </a:r>
            <a:r>
              <a:rPr lang="es-AR" sz="2400" spc="-5" noProof="0" dirty="0">
                <a:latin typeface="Tahoma"/>
                <a:cs typeface="Tahoma"/>
              </a:rPr>
              <a:t>es:</a:t>
            </a:r>
            <a:endParaRPr lang="es-AR" sz="2400" noProof="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lang="es-AR" sz="4000" b="1" spc="-20" noProof="0" dirty="0">
                <a:latin typeface="Times New Roman"/>
                <a:cs typeface="Times New Roman"/>
              </a:rPr>
              <a:t>Activ</a:t>
            </a:r>
            <a:r>
              <a:rPr lang="es-AR" sz="4000" b="1" spc="-10" noProof="0" dirty="0">
                <a:latin typeface="Times New Roman"/>
                <a:cs typeface="Times New Roman"/>
              </a:rPr>
              <a:t>o</a:t>
            </a:r>
            <a:r>
              <a:rPr lang="es-AR" sz="4000" b="1" spc="-20" noProof="0" dirty="0">
                <a:latin typeface="Times New Roman"/>
                <a:cs typeface="Times New Roman"/>
              </a:rPr>
              <a:t>s</a:t>
            </a:r>
            <a:r>
              <a:rPr lang="es-AR" sz="4000" b="1" spc="5" noProof="0" dirty="0">
                <a:latin typeface="Times New Roman"/>
                <a:cs typeface="Times New Roman"/>
              </a:rPr>
              <a:t> </a:t>
            </a:r>
            <a:r>
              <a:rPr lang="es-AR" sz="4000" b="1" spc="-25" noProof="0" dirty="0">
                <a:latin typeface="Times New Roman"/>
                <a:cs typeface="Times New Roman"/>
              </a:rPr>
              <a:t>=</a:t>
            </a:r>
            <a:r>
              <a:rPr lang="es-AR" sz="4000" b="1" spc="-5" noProof="0" dirty="0">
                <a:latin typeface="Times New Roman"/>
                <a:cs typeface="Times New Roman"/>
              </a:rPr>
              <a:t> </a:t>
            </a:r>
            <a:r>
              <a:rPr lang="es-AR" sz="4000" b="1" spc="-20" noProof="0" dirty="0">
                <a:latin typeface="Times New Roman"/>
                <a:cs typeface="Times New Roman"/>
              </a:rPr>
              <a:t>Pasi</a:t>
            </a:r>
            <a:r>
              <a:rPr lang="es-AR" sz="4000" b="1" spc="-10" noProof="0" dirty="0">
                <a:latin typeface="Times New Roman"/>
                <a:cs typeface="Times New Roman"/>
              </a:rPr>
              <a:t>v</a:t>
            </a:r>
            <a:r>
              <a:rPr lang="es-AR" sz="4000" b="1" spc="-20" noProof="0" dirty="0">
                <a:latin typeface="Times New Roman"/>
                <a:cs typeface="Times New Roman"/>
              </a:rPr>
              <a:t>os</a:t>
            </a:r>
            <a:r>
              <a:rPr lang="es-AR" sz="4000" b="1" spc="15" noProof="0" dirty="0">
                <a:latin typeface="Times New Roman"/>
                <a:cs typeface="Times New Roman"/>
              </a:rPr>
              <a:t> </a:t>
            </a:r>
            <a:r>
              <a:rPr lang="es-AR" sz="4000" b="1" spc="-25" noProof="0" dirty="0">
                <a:latin typeface="Times New Roman"/>
                <a:cs typeface="Times New Roman"/>
              </a:rPr>
              <a:t>+</a:t>
            </a:r>
            <a:r>
              <a:rPr lang="es-AR" sz="4000" b="1" spc="-15" noProof="0" dirty="0">
                <a:latin typeface="Times New Roman"/>
                <a:cs typeface="Times New Roman"/>
              </a:rPr>
              <a:t> </a:t>
            </a:r>
            <a:r>
              <a:rPr lang="es-AR" sz="4000" b="1" spc="-20" noProof="0" dirty="0">
                <a:latin typeface="Times New Roman"/>
                <a:cs typeface="Times New Roman"/>
              </a:rPr>
              <a:t>Patri</a:t>
            </a:r>
            <a:r>
              <a:rPr lang="es-AR" sz="4000" b="1" spc="-25" noProof="0" dirty="0">
                <a:latin typeface="Times New Roman"/>
                <a:cs typeface="Times New Roman"/>
              </a:rPr>
              <a:t>m</a:t>
            </a:r>
            <a:r>
              <a:rPr lang="es-AR" sz="4000" b="1" spc="-20" noProof="0" dirty="0">
                <a:latin typeface="Times New Roman"/>
                <a:cs typeface="Times New Roman"/>
              </a:rPr>
              <a:t>onio</a:t>
            </a:r>
            <a:r>
              <a:rPr lang="es-AR" sz="4000" b="1" spc="15" noProof="0" dirty="0">
                <a:latin typeface="Times New Roman"/>
                <a:cs typeface="Times New Roman"/>
              </a:rPr>
              <a:t> </a:t>
            </a:r>
            <a:r>
              <a:rPr lang="es-AR" sz="4000" b="1" spc="-20" noProof="0" dirty="0">
                <a:latin typeface="Times New Roman"/>
                <a:cs typeface="Times New Roman"/>
              </a:rPr>
              <a:t>Neto</a:t>
            </a:r>
            <a:endParaRPr lang="es-AR" sz="4000" noProof="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2907" y="4442007"/>
            <a:ext cx="283400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s-AR" sz="1800" b="1" spc="20" noProof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s-AR" sz="1800" b="1" spc="-30" noProof="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lang="es-AR" sz="18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lang="es-AR" sz="1800" b="1" spc="-30" noProof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s-AR" sz="1800" b="1" spc="5" noProof="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AR" sz="1800" b="1" spc="25" noProof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s-AR" sz="1800" b="1" spc="-30" noProof="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lang="es-AR" sz="1800" noProof="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7557" y="5941952"/>
            <a:ext cx="1791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trimon</a:t>
            </a:r>
            <a:r>
              <a:rPr lang="es-AR" sz="1800" b="1" spc="5" noProof="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lang="es-AR" sz="1800" b="1" spc="1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s-AR" sz="1800" b="1" spc="-10" noProof="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s-AR" sz="1800" b="1" noProof="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lang="es-AR" sz="18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359" y="457200"/>
            <a:ext cx="711200" cy="355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3" name="object 3"/>
          <p:cNvSpPr/>
          <p:nvPr/>
        </p:nvSpPr>
        <p:spPr>
          <a:xfrm>
            <a:off x="5629275" y="2388869"/>
            <a:ext cx="2903855" cy="3295650"/>
          </a:xfrm>
          <a:custGeom>
            <a:avLst/>
            <a:gdLst/>
            <a:ahLst/>
            <a:cxnLst/>
            <a:rect l="l" t="t" r="r" b="b"/>
            <a:pathLst>
              <a:path w="2903854" h="3295650">
                <a:moveTo>
                  <a:pt x="0" y="484124"/>
                </a:moveTo>
                <a:lnTo>
                  <a:pt x="2413" y="434975"/>
                </a:lnTo>
                <a:lnTo>
                  <a:pt x="9525" y="386461"/>
                </a:lnTo>
                <a:lnTo>
                  <a:pt x="38100" y="296037"/>
                </a:lnTo>
                <a:lnTo>
                  <a:pt x="82550" y="213487"/>
                </a:lnTo>
                <a:lnTo>
                  <a:pt x="142113" y="141986"/>
                </a:lnTo>
                <a:lnTo>
                  <a:pt x="213487" y="82550"/>
                </a:lnTo>
                <a:lnTo>
                  <a:pt x="296037" y="38100"/>
                </a:lnTo>
                <a:lnTo>
                  <a:pt x="386588" y="9525"/>
                </a:lnTo>
                <a:lnTo>
                  <a:pt x="434975" y="2286"/>
                </a:lnTo>
                <a:lnTo>
                  <a:pt x="484124" y="0"/>
                </a:lnTo>
                <a:lnTo>
                  <a:pt x="2419350" y="0"/>
                </a:lnTo>
                <a:lnTo>
                  <a:pt x="2468499" y="2286"/>
                </a:lnTo>
                <a:lnTo>
                  <a:pt x="2517013" y="9525"/>
                </a:lnTo>
                <a:lnTo>
                  <a:pt x="2607437" y="38100"/>
                </a:lnTo>
                <a:lnTo>
                  <a:pt x="2689987" y="82550"/>
                </a:lnTo>
                <a:lnTo>
                  <a:pt x="2761488" y="141986"/>
                </a:lnTo>
                <a:lnTo>
                  <a:pt x="2820924" y="213487"/>
                </a:lnTo>
                <a:lnTo>
                  <a:pt x="2865374" y="296037"/>
                </a:lnTo>
                <a:lnTo>
                  <a:pt x="2893949" y="386461"/>
                </a:lnTo>
                <a:lnTo>
                  <a:pt x="2901188" y="434975"/>
                </a:lnTo>
                <a:lnTo>
                  <a:pt x="2903474" y="484124"/>
                </a:lnTo>
                <a:lnTo>
                  <a:pt x="2903474" y="2812161"/>
                </a:lnTo>
                <a:lnTo>
                  <a:pt x="2901188" y="2861437"/>
                </a:lnTo>
                <a:lnTo>
                  <a:pt x="2893949" y="2909824"/>
                </a:lnTo>
                <a:lnTo>
                  <a:pt x="2865374" y="3000375"/>
                </a:lnTo>
                <a:lnTo>
                  <a:pt x="2820924" y="3082925"/>
                </a:lnTo>
                <a:lnTo>
                  <a:pt x="2761488" y="3154299"/>
                </a:lnTo>
                <a:lnTo>
                  <a:pt x="2689987" y="3213050"/>
                </a:lnTo>
                <a:lnTo>
                  <a:pt x="2607437" y="3257500"/>
                </a:lnTo>
                <a:lnTo>
                  <a:pt x="2517013" y="3286075"/>
                </a:lnTo>
                <a:lnTo>
                  <a:pt x="2468499" y="3293224"/>
                </a:lnTo>
                <a:lnTo>
                  <a:pt x="2419350" y="3295600"/>
                </a:lnTo>
                <a:lnTo>
                  <a:pt x="484124" y="3295600"/>
                </a:lnTo>
                <a:lnTo>
                  <a:pt x="434975" y="3293224"/>
                </a:lnTo>
                <a:lnTo>
                  <a:pt x="386588" y="3286075"/>
                </a:lnTo>
                <a:lnTo>
                  <a:pt x="296037" y="3257500"/>
                </a:lnTo>
                <a:lnTo>
                  <a:pt x="213487" y="3213050"/>
                </a:lnTo>
                <a:lnTo>
                  <a:pt x="142113" y="3154299"/>
                </a:lnTo>
                <a:lnTo>
                  <a:pt x="82550" y="3082925"/>
                </a:lnTo>
                <a:lnTo>
                  <a:pt x="38100" y="3000375"/>
                </a:lnTo>
                <a:lnTo>
                  <a:pt x="9525" y="2909824"/>
                </a:lnTo>
                <a:lnTo>
                  <a:pt x="2413" y="2861437"/>
                </a:lnTo>
                <a:lnTo>
                  <a:pt x="0" y="2812161"/>
                </a:lnTo>
                <a:lnTo>
                  <a:pt x="0" y="4841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4" name="object 4"/>
          <p:cNvSpPr/>
          <p:nvPr/>
        </p:nvSpPr>
        <p:spPr>
          <a:xfrm>
            <a:off x="5629275" y="2872994"/>
            <a:ext cx="0" cy="2328545"/>
          </a:xfrm>
          <a:custGeom>
            <a:avLst/>
            <a:gdLst/>
            <a:ahLst/>
            <a:cxnLst/>
            <a:rect l="l" t="t" r="r" b="b"/>
            <a:pathLst>
              <a:path h="2328545">
                <a:moveTo>
                  <a:pt x="0" y="2328037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5" name="object 5"/>
          <p:cNvSpPr/>
          <p:nvPr/>
        </p:nvSpPr>
        <p:spPr>
          <a:xfrm>
            <a:off x="2842895" y="4095369"/>
            <a:ext cx="2580005" cy="1616075"/>
          </a:xfrm>
          <a:custGeom>
            <a:avLst/>
            <a:gdLst/>
            <a:ahLst/>
            <a:cxnLst/>
            <a:rect l="l" t="t" r="r" b="b"/>
            <a:pathLst>
              <a:path w="2580004" h="1616075">
                <a:moveTo>
                  <a:pt x="0" y="269875"/>
                </a:moveTo>
                <a:lnTo>
                  <a:pt x="5588" y="215138"/>
                </a:lnTo>
                <a:lnTo>
                  <a:pt x="21463" y="165100"/>
                </a:lnTo>
                <a:lnTo>
                  <a:pt x="46101" y="118999"/>
                </a:lnTo>
                <a:lnTo>
                  <a:pt x="79375" y="79375"/>
                </a:lnTo>
                <a:lnTo>
                  <a:pt x="119126" y="45974"/>
                </a:lnTo>
                <a:lnTo>
                  <a:pt x="165100" y="21463"/>
                </a:lnTo>
                <a:lnTo>
                  <a:pt x="215138" y="5588"/>
                </a:lnTo>
                <a:lnTo>
                  <a:pt x="269875" y="0"/>
                </a:lnTo>
                <a:lnTo>
                  <a:pt x="2310638" y="0"/>
                </a:lnTo>
                <a:lnTo>
                  <a:pt x="2365375" y="5588"/>
                </a:lnTo>
                <a:lnTo>
                  <a:pt x="2415413" y="21463"/>
                </a:lnTo>
                <a:lnTo>
                  <a:pt x="2461387" y="45974"/>
                </a:lnTo>
                <a:lnTo>
                  <a:pt x="2501138" y="79375"/>
                </a:lnTo>
                <a:lnTo>
                  <a:pt x="2533650" y="118999"/>
                </a:lnTo>
                <a:lnTo>
                  <a:pt x="2558288" y="165100"/>
                </a:lnTo>
                <a:lnTo>
                  <a:pt x="2574163" y="215138"/>
                </a:lnTo>
                <a:lnTo>
                  <a:pt x="2579751" y="269875"/>
                </a:lnTo>
                <a:lnTo>
                  <a:pt x="2579751" y="1346962"/>
                </a:lnTo>
                <a:lnTo>
                  <a:pt x="2574163" y="1401699"/>
                </a:lnTo>
                <a:lnTo>
                  <a:pt x="2558288" y="1451737"/>
                </a:lnTo>
                <a:lnTo>
                  <a:pt x="2533650" y="1497799"/>
                </a:lnTo>
                <a:lnTo>
                  <a:pt x="2501138" y="1537487"/>
                </a:lnTo>
                <a:lnTo>
                  <a:pt x="2461387" y="1570036"/>
                </a:lnTo>
                <a:lnTo>
                  <a:pt x="2415413" y="1594637"/>
                </a:lnTo>
                <a:lnTo>
                  <a:pt x="2365375" y="1610512"/>
                </a:lnTo>
                <a:lnTo>
                  <a:pt x="2310638" y="1616073"/>
                </a:lnTo>
                <a:lnTo>
                  <a:pt x="269875" y="1616073"/>
                </a:lnTo>
                <a:lnTo>
                  <a:pt x="215138" y="1610512"/>
                </a:lnTo>
                <a:lnTo>
                  <a:pt x="165100" y="1594637"/>
                </a:lnTo>
                <a:lnTo>
                  <a:pt x="119126" y="1570036"/>
                </a:lnTo>
                <a:lnTo>
                  <a:pt x="79375" y="1537487"/>
                </a:lnTo>
                <a:lnTo>
                  <a:pt x="46101" y="1497799"/>
                </a:lnTo>
                <a:lnTo>
                  <a:pt x="21463" y="1451737"/>
                </a:lnTo>
                <a:lnTo>
                  <a:pt x="5588" y="1401699"/>
                </a:lnTo>
                <a:lnTo>
                  <a:pt x="0" y="1346962"/>
                </a:lnTo>
                <a:lnTo>
                  <a:pt x="0" y="2698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6" name="object 6"/>
          <p:cNvSpPr/>
          <p:nvPr/>
        </p:nvSpPr>
        <p:spPr>
          <a:xfrm>
            <a:off x="2842895" y="4365244"/>
            <a:ext cx="0" cy="1077595"/>
          </a:xfrm>
          <a:custGeom>
            <a:avLst/>
            <a:gdLst/>
            <a:ahLst/>
            <a:cxnLst/>
            <a:rect l="l" t="t" r="r" b="b"/>
            <a:pathLst>
              <a:path h="1077595">
                <a:moveTo>
                  <a:pt x="0" y="1077087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7" name="object 7"/>
          <p:cNvSpPr/>
          <p:nvPr/>
        </p:nvSpPr>
        <p:spPr>
          <a:xfrm>
            <a:off x="2842895" y="2381250"/>
            <a:ext cx="2508250" cy="1571625"/>
          </a:xfrm>
          <a:custGeom>
            <a:avLst/>
            <a:gdLst/>
            <a:ahLst/>
            <a:cxnLst/>
            <a:rect l="l" t="t" r="r" b="b"/>
            <a:pathLst>
              <a:path w="2508250" h="1571625">
                <a:moveTo>
                  <a:pt x="0" y="261874"/>
                </a:moveTo>
                <a:lnTo>
                  <a:pt x="5588" y="209550"/>
                </a:lnTo>
                <a:lnTo>
                  <a:pt x="20701" y="160274"/>
                </a:lnTo>
                <a:lnTo>
                  <a:pt x="44450" y="115824"/>
                </a:lnTo>
                <a:lnTo>
                  <a:pt x="76962" y="76962"/>
                </a:lnTo>
                <a:lnTo>
                  <a:pt x="115951" y="44450"/>
                </a:lnTo>
                <a:lnTo>
                  <a:pt x="160401" y="20574"/>
                </a:lnTo>
                <a:lnTo>
                  <a:pt x="209550" y="5461"/>
                </a:lnTo>
                <a:lnTo>
                  <a:pt x="262001" y="0"/>
                </a:lnTo>
                <a:lnTo>
                  <a:pt x="2246376" y="0"/>
                </a:lnTo>
                <a:lnTo>
                  <a:pt x="2299462" y="5461"/>
                </a:lnTo>
                <a:lnTo>
                  <a:pt x="2348738" y="20574"/>
                </a:lnTo>
                <a:lnTo>
                  <a:pt x="2393188" y="44450"/>
                </a:lnTo>
                <a:lnTo>
                  <a:pt x="2432050" y="76962"/>
                </a:lnTo>
                <a:lnTo>
                  <a:pt x="2463800" y="115824"/>
                </a:lnTo>
                <a:lnTo>
                  <a:pt x="2487676" y="160274"/>
                </a:lnTo>
                <a:lnTo>
                  <a:pt x="2502662" y="209550"/>
                </a:lnTo>
                <a:lnTo>
                  <a:pt x="2508250" y="261874"/>
                </a:lnTo>
                <a:lnTo>
                  <a:pt x="2508250" y="1309624"/>
                </a:lnTo>
                <a:lnTo>
                  <a:pt x="2502662" y="1362837"/>
                </a:lnTo>
                <a:lnTo>
                  <a:pt x="2487676" y="1411986"/>
                </a:lnTo>
                <a:lnTo>
                  <a:pt x="2463800" y="1456436"/>
                </a:lnTo>
                <a:lnTo>
                  <a:pt x="2432050" y="1495425"/>
                </a:lnTo>
                <a:lnTo>
                  <a:pt x="2393188" y="1527175"/>
                </a:lnTo>
                <a:lnTo>
                  <a:pt x="2348738" y="1550924"/>
                </a:lnTo>
                <a:lnTo>
                  <a:pt x="2299462" y="1566037"/>
                </a:lnTo>
                <a:lnTo>
                  <a:pt x="2246376" y="1571625"/>
                </a:lnTo>
                <a:lnTo>
                  <a:pt x="262001" y="1571625"/>
                </a:lnTo>
                <a:lnTo>
                  <a:pt x="209550" y="1566037"/>
                </a:lnTo>
                <a:lnTo>
                  <a:pt x="160401" y="1550924"/>
                </a:lnTo>
                <a:lnTo>
                  <a:pt x="115951" y="1527175"/>
                </a:lnTo>
                <a:lnTo>
                  <a:pt x="76962" y="1495425"/>
                </a:lnTo>
                <a:lnTo>
                  <a:pt x="44450" y="1456436"/>
                </a:lnTo>
                <a:lnTo>
                  <a:pt x="20701" y="1411986"/>
                </a:lnTo>
                <a:lnTo>
                  <a:pt x="5588" y="1362837"/>
                </a:lnTo>
                <a:lnTo>
                  <a:pt x="0" y="1309624"/>
                </a:lnTo>
                <a:lnTo>
                  <a:pt x="0" y="2618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8" name="object 8"/>
          <p:cNvSpPr/>
          <p:nvPr/>
        </p:nvSpPr>
        <p:spPr>
          <a:xfrm>
            <a:off x="2842895" y="2643123"/>
            <a:ext cx="0" cy="1047750"/>
          </a:xfrm>
          <a:custGeom>
            <a:avLst/>
            <a:gdLst/>
            <a:ahLst/>
            <a:cxnLst/>
            <a:rect l="l" t="t" r="r" b="b"/>
            <a:pathLst>
              <a:path h="1047750">
                <a:moveTo>
                  <a:pt x="0" y="104775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9" name="object 9"/>
          <p:cNvSpPr/>
          <p:nvPr/>
        </p:nvSpPr>
        <p:spPr>
          <a:xfrm>
            <a:off x="913904" y="1920875"/>
            <a:ext cx="8229473" cy="384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10" name="object 10"/>
          <p:cNvSpPr/>
          <p:nvPr/>
        </p:nvSpPr>
        <p:spPr>
          <a:xfrm>
            <a:off x="122555" y="2297048"/>
            <a:ext cx="2592705" cy="3456304"/>
          </a:xfrm>
          <a:custGeom>
            <a:avLst/>
            <a:gdLst/>
            <a:ahLst/>
            <a:cxnLst/>
            <a:rect l="l" t="t" r="r" b="b"/>
            <a:pathLst>
              <a:path w="2592705" h="3456304">
                <a:moveTo>
                  <a:pt x="0" y="432562"/>
                </a:moveTo>
                <a:lnTo>
                  <a:pt x="8726" y="345313"/>
                </a:lnTo>
                <a:lnTo>
                  <a:pt x="34126" y="264287"/>
                </a:lnTo>
                <a:lnTo>
                  <a:pt x="73813" y="190500"/>
                </a:lnTo>
                <a:lnTo>
                  <a:pt x="126201" y="127000"/>
                </a:lnTo>
                <a:lnTo>
                  <a:pt x="190500" y="73787"/>
                </a:lnTo>
                <a:lnTo>
                  <a:pt x="263525" y="34163"/>
                </a:lnTo>
                <a:lnTo>
                  <a:pt x="344487" y="8763"/>
                </a:lnTo>
                <a:lnTo>
                  <a:pt x="431800" y="0"/>
                </a:lnTo>
                <a:lnTo>
                  <a:pt x="2159762" y="0"/>
                </a:lnTo>
                <a:lnTo>
                  <a:pt x="2247138" y="8763"/>
                </a:lnTo>
                <a:lnTo>
                  <a:pt x="2328037" y="34163"/>
                </a:lnTo>
                <a:lnTo>
                  <a:pt x="2401824" y="73787"/>
                </a:lnTo>
                <a:lnTo>
                  <a:pt x="2465324" y="127000"/>
                </a:lnTo>
                <a:lnTo>
                  <a:pt x="2518537" y="190500"/>
                </a:lnTo>
                <a:lnTo>
                  <a:pt x="2558288" y="264287"/>
                </a:lnTo>
                <a:lnTo>
                  <a:pt x="2583688" y="345313"/>
                </a:lnTo>
                <a:lnTo>
                  <a:pt x="2592324" y="432562"/>
                </a:lnTo>
                <a:lnTo>
                  <a:pt x="2592324" y="3024251"/>
                </a:lnTo>
                <a:lnTo>
                  <a:pt x="2583688" y="3111500"/>
                </a:lnTo>
                <a:lnTo>
                  <a:pt x="2558288" y="3192526"/>
                </a:lnTo>
                <a:lnTo>
                  <a:pt x="2518537" y="3265551"/>
                </a:lnTo>
                <a:lnTo>
                  <a:pt x="2465324" y="3329800"/>
                </a:lnTo>
                <a:lnTo>
                  <a:pt x="2401824" y="3382187"/>
                </a:lnTo>
                <a:lnTo>
                  <a:pt x="2328037" y="3421875"/>
                </a:lnTo>
                <a:lnTo>
                  <a:pt x="2247138" y="3447275"/>
                </a:lnTo>
                <a:lnTo>
                  <a:pt x="2159762" y="3456011"/>
                </a:lnTo>
                <a:lnTo>
                  <a:pt x="431800" y="3456011"/>
                </a:lnTo>
                <a:lnTo>
                  <a:pt x="344487" y="3447275"/>
                </a:lnTo>
                <a:lnTo>
                  <a:pt x="263525" y="3421875"/>
                </a:lnTo>
                <a:lnTo>
                  <a:pt x="190500" y="3382187"/>
                </a:lnTo>
                <a:lnTo>
                  <a:pt x="126201" y="3329800"/>
                </a:lnTo>
                <a:lnTo>
                  <a:pt x="73813" y="3265551"/>
                </a:lnTo>
                <a:lnTo>
                  <a:pt x="34126" y="3192526"/>
                </a:lnTo>
                <a:lnTo>
                  <a:pt x="8726" y="3111500"/>
                </a:lnTo>
                <a:lnTo>
                  <a:pt x="0" y="3024251"/>
                </a:lnTo>
                <a:lnTo>
                  <a:pt x="0" y="43256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11" name="object 11"/>
          <p:cNvSpPr/>
          <p:nvPr/>
        </p:nvSpPr>
        <p:spPr>
          <a:xfrm>
            <a:off x="122555" y="2729610"/>
            <a:ext cx="0" cy="2592070"/>
          </a:xfrm>
          <a:custGeom>
            <a:avLst/>
            <a:gdLst/>
            <a:ahLst/>
            <a:cxnLst/>
            <a:rect l="l" t="t" r="r" b="b"/>
            <a:pathLst>
              <a:path h="2592070">
                <a:moveTo>
                  <a:pt x="0" y="259168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12" name="object 12"/>
          <p:cNvSpPr/>
          <p:nvPr/>
        </p:nvSpPr>
        <p:spPr>
          <a:xfrm>
            <a:off x="671195" y="5816500"/>
            <a:ext cx="4536440" cy="808355"/>
          </a:xfrm>
          <a:custGeom>
            <a:avLst/>
            <a:gdLst/>
            <a:ahLst/>
            <a:cxnLst/>
            <a:rect l="l" t="t" r="r" b="b"/>
            <a:pathLst>
              <a:path w="4536440" h="808354">
                <a:moveTo>
                  <a:pt x="0" y="134937"/>
                </a:moveTo>
                <a:lnTo>
                  <a:pt x="10323" y="82550"/>
                </a:lnTo>
                <a:lnTo>
                  <a:pt x="39687" y="39687"/>
                </a:lnTo>
                <a:lnTo>
                  <a:pt x="81761" y="10308"/>
                </a:lnTo>
                <a:lnTo>
                  <a:pt x="134148" y="0"/>
                </a:lnTo>
                <a:lnTo>
                  <a:pt x="4401312" y="0"/>
                </a:lnTo>
                <a:lnTo>
                  <a:pt x="4453763" y="10308"/>
                </a:lnTo>
                <a:lnTo>
                  <a:pt x="4496562" y="39687"/>
                </a:lnTo>
                <a:lnTo>
                  <a:pt x="4526026" y="82550"/>
                </a:lnTo>
                <a:lnTo>
                  <a:pt x="4536313" y="134937"/>
                </a:lnTo>
                <a:lnTo>
                  <a:pt x="4536313" y="673100"/>
                </a:lnTo>
                <a:lnTo>
                  <a:pt x="4526026" y="725487"/>
                </a:lnTo>
                <a:lnTo>
                  <a:pt x="4496562" y="768350"/>
                </a:lnTo>
                <a:lnTo>
                  <a:pt x="4453763" y="797708"/>
                </a:lnTo>
                <a:lnTo>
                  <a:pt x="4401312" y="808037"/>
                </a:lnTo>
                <a:lnTo>
                  <a:pt x="134148" y="808037"/>
                </a:lnTo>
                <a:lnTo>
                  <a:pt x="81761" y="797708"/>
                </a:lnTo>
                <a:lnTo>
                  <a:pt x="39687" y="768350"/>
                </a:lnTo>
                <a:lnTo>
                  <a:pt x="10323" y="725487"/>
                </a:lnTo>
                <a:lnTo>
                  <a:pt x="0" y="673100"/>
                </a:lnTo>
                <a:lnTo>
                  <a:pt x="0" y="13493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13" name="object 13"/>
          <p:cNvSpPr/>
          <p:nvPr/>
        </p:nvSpPr>
        <p:spPr>
          <a:xfrm>
            <a:off x="671195" y="5951383"/>
            <a:ext cx="0" cy="538480"/>
          </a:xfrm>
          <a:custGeom>
            <a:avLst/>
            <a:gdLst/>
            <a:ahLst/>
            <a:cxnLst/>
            <a:rect l="l" t="t" r="r" b="b"/>
            <a:pathLst>
              <a:path h="538479">
                <a:moveTo>
                  <a:pt x="0" y="538162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AR" noProof="0" dirty="0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ct val="100000"/>
              </a:lnSpc>
            </a:pPr>
            <a:r>
              <a:rPr lang="es-AR" noProof="0" dirty="0"/>
              <a:t>Balance Gene</a:t>
            </a:r>
            <a:r>
              <a:rPr lang="es-AR" spc="5" noProof="0" dirty="0"/>
              <a:t>r</a:t>
            </a:r>
            <a:r>
              <a:rPr lang="es-AR" noProof="0" dirty="0"/>
              <a:t>al</a:t>
            </a:r>
          </a:p>
          <a:p>
            <a:pPr algn="ctr">
              <a:lnSpc>
                <a:spcPct val="100000"/>
              </a:lnSpc>
            </a:pPr>
            <a:r>
              <a:rPr lang="es-AR" noProof="0" dirty="0"/>
              <a:t>y</a:t>
            </a:r>
            <a:r>
              <a:rPr lang="es-AR" spc="-5" noProof="0" dirty="0"/>
              <a:t> </a:t>
            </a:r>
            <a:r>
              <a:rPr lang="es-AR" noProof="0" dirty="0"/>
              <a:t>Estado</a:t>
            </a:r>
            <a:r>
              <a:rPr lang="es-AR" spc="-5" noProof="0" dirty="0"/>
              <a:t> d</a:t>
            </a:r>
            <a:r>
              <a:rPr lang="es-AR" noProof="0" dirty="0"/>
              <a:t>e</a:t>
            </a:r>
            <a:r>
              <a:rPr lang="es-AR" spc="10" noProof="0" dirty="0"/>
              <a:t> </a:t>
            </a:r>
            <a:r>
              <a:rPr lang="es-AR" noProof="0" dirty="0"/>
              <a:t>Resultados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0658" y="2485548"/>
            <a:ext cx="1897380" cy="126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5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AC</a:t>
            </a:r>
            <a:r>
              <a:rPr lang="es-AR" sz="1400" b="1" noProof="0" dirty="0">
                <a:latin typeface="Times New Roman"/>
                <a:cs typeface="Times New Roman"/>
              </a:rPr>
              <a:t>TI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0" noProof="0" dirty="0">
                <a:latin typeface="Times New Roman"/>
                <a:cs typeface="Times New Roman"/>
              </a:rPr>
              <a:t>RR</a:t>
            </a:r>
            <a:r>
              <a:rPr lang="es-AR" sz="1400" b="1" noProof="0" dirty="0">
                <a:latin typeface="Times New Roman"/>
                <a:cs typeface="Times New Roman"/>
              </a:rPr>
              <a:t>I</a:t>
            </a:r>
            <a:r>
              <a:rPr lang="es-AR" sz="1400" b="1" spc="-15" noProof="0" dirty="0">
                <a:latin typeface="Times New Roman"/>
                <a:cs typeface="Times New Roman"/>
              </a:rPr>
              <a:t>E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TE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2700" marR="462915">
              <a:lnSpc>
                <a:spcPct val="98200"/>
              </a:lnSpc>
              <a:spcBef>
                <a:spcPts val="25"/>
              </a:spcBef>
            </a:pPr>
            <a:r>
              <a:rPr lang="es-AR" sz="1400" b="1" spc="-10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is</a:t>
            </a:r>
            <a:r>
              <a:rPr lang="es-AR" sz="1400" b="1" spc="-15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oni</a:t>
            </a:r>
            <a:r>
              <a:rPr lang="es-AR" sz="1400" b="1" spc="-15" noProof="0" dirty="0">
                <a:latin typeface="Times New Roman"/>
                <a:cs typeface="Times New Roman"/>
              </a:rPr>
              <a:t>b</a:t>
            </a:r>
            <a:r>
              <a:rPr lang="es-AR" sz="1400" b="1" spc="-10" noProof="0" dirty="0">
                <a:latin typeface="Times New Roman"/>
                <a:cs typeface="Times New Roman"/>
              </a:rPr>
              <a:t>i</a:t>
            </a:r>
            <a:r>
              <a:rPr lang="es-AR" sz="1400" b="1" noProof="0" dirty="0">
                <a:latin typeface="Times New Roman"/>
                <a:cs typeface="Times New Roman"/>
              </a:rPr>
              <a:t>li</a:t>
            </a:r>
            <a:r>
              <a:rPr lang="es-AR" sz="1400" b="1" spc="-15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ad</a:t>
            </a:r>
            <a:r>
              <a:rPr lang="es-AR" sz="1400" b="1" spc="-15" noProof="0" dirty="0">
                <a:latin typeface="Times New Roman"/>
                <a:cs typeface="Times New Roman"/>
              </a:rPr>
              <a:t>e</a:t>
            </a:r>
            <a:r>
              <a:rPr lang="es-AR" sz="1400" b="1" noProof="0" dirty="0">
                <a:latin typeface="Times New Roman"/>
                <a:cs typeface="Times New Roman"/>
              </a:rPr>
              <a:t>s: </a:t>
            </a:r>
            <a:r>
              <a:rPr lang="es-AR" sz="1400" noProof="0" dirty="0">
                <a:latin typeface="Times New Roman"/>
                <a:cs typeface="Times New Roman"/>
              </a:rPr>
              <a:t>Ca</a:t>
            </a:r>
            <a:r>
              <a:rPr lang="es-AR" sz="1400" spc="-10" noProof="0" dirty="0">
                <a:latin typeface="Times New Roman"/>
                <a:cs typeface="Times New Roman"/>
              </a:rPr>
              <a:t>j</a:t>
            </a:r>
            <a:r>
              <a:rPr lang="es-AR" sz="1400" noProof="0" dirty="0">
                <a:latin typeface="Times New Roman"/>
                <a:cs typeface="Times New Roman"/>
              </a:rPr>
              <a:t>a</a:t>
            </a:r>
            <a:r>
              <a:rPr lang="es-AR" sz="1400" spc="45" noProof="0" dirty="0">
                <a:latin typeface="Times New Roman"/>
                <a:cs typeface="Times New Roman"/>
              </a:rPr>
              <a:t> </a:t>
            </a:r>
            <a:r>
              <a:rPr lang="es-AR" sz="1400" noProof="0" dirty="0">
                <a:latin typeface="Arial"/>
                <a:cs typeface="Arial"/>
              </a:rPr>
              <a:t>y</a:t>
            </a:r>
            <a:r>
              <a:rPr lang="es-AR" sz="1400" spc="-15" noProof="0" dirty="0">
                <a:latin typeface="Arial"/>
                <a:cs typeface="Arial"/>
              </a:rPr>
              <a:t> </a:t>
            </a:r>
            <a:r>
              <a:rPr lang="es-AR" sz="1400" noProof="0" dirty="0">
                <a:latin typeface="Times New Roman"/>
                <a:cs typeface="Times New Roman"/>
              </a:rPr>
              <a:t>Banc</a:t>
            </a:r>
            <a:r>
              <a:rPr lang="es-AR" sz="1400" spc="-10" noProof="0" dirty="0">
                <a:latin typeface="Times New Roman"/>
                <a:cs typeface="Times New Roman"/>
              </a:rPr>
              <a:t>o</a:t>
            </a:r>
            <a:r>
              <a:rPr lang="es-AR" sz="1400" noProof="0" dirty="0">
                <a:latin typeface="Times New Roman"/>
                <a:cs typeface="Times New Roman"/>
              </a:rPr>
              <a:t>s </a:t>
            </a:r>
            <a:r>
              <a:rPr lang="es-AR" sz="1400" b="1" noProof="0" dirty="0">
                <a:latin typeface="Times New Roman"/>
                <a:cs typeface="Times New Roman"/>
              </a:rPr>
              <a:t>Bien</a:t>
            </a:r>
            <a:r>
              <a:rPr lang="es-AR" sz="1400" b="1" spc="-15" noProof="0" dirty="0">
                <a:latin typeface="Times New Roman"/>
                <a:cs typeface="Times New Roman"/>
              </a:rPr>
              <a:t>e</a:t>
            </a:r>
            <a:r>
              <a:rPr lang="es-AR" sz="1400" b="1" noProof="0" dirty="0">
                <a:latin typeface="Times New Roman"/>
                <a:cs typeface="Times New Roman"/>
              </a:rPr>
              <a:t>s </a:t>
            </a:r>
            <a:r>
              <a:rPr lang="es-AR" sz="1400" b="1" spc="-5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e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a</a:t>
            </a:r>
            <a:r>
              <a:rPr lang="es-AR" sz="1400" b="1" spc="-20" noProof="0" dirty="0">
                <a:latin typeface="Times New Roman"/>
                <a:cs typeface="Times New Roman"/>
              </a:rPr>
              <a:t>m</a:t>
            </a:r>
            <a:r>
              <a:rPr lang="es-AR" sz="1400" b="1" noProof="0" dirty="0">
                <a:latin typeface="Times New Roman"/>
                <a:cs typeface="Times New Roman"/>
              </a:rPr>
              <a:t>bi</a:t>
            </a:r>
            <a:r>
              <a:rPr lang="es-AR" sz="1400" b="1" spc="-5" noProof="0" dirty="0">
                <a:latin typeface="Times New Roman"/>
                <a:cs typeface="Times New Roman"/>
              </a:rPr>
              <a:t>o</a:t>
            </a:r>
            <a:r>
              <a:rPr lang="es-AR" sz="1400" noProof="0" dirty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s-AR" sz="1400" noProof="0" dirty="0">
                <a:latin typeface="Times New Roman"/>
                <a:cs typeface="Times New Roman"/>
              </a:rPr>
              <a:t>Merc</a:t>
            </a:r>
            <a:r>
              <a:rPr lang="es-AR" sz="1400" spc="-10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de</a:t>
            </a:r>
            <a:r>
              <a:rPr lang="es-AR" sz="1400" spc="-15" noProof="0" dirty="0">
                <a:latin typeface="Times New Roman"/>
                <a:cs typeface="Times New Roman"/>
              </a:rPr>
              <a:t>r</a:t>
            </a:r>
            <a:r>
              <a:rPr lang="es-AR" sz="1400" noProof="0" dirty="0">
                <a:latin typeface="Times New Roman"/>
                <a:cs typeface="Times New Roman"/>
              </a:rPr>
              <a:t>ías</a:t>
            </a:r>
            <a:r>
              <a:rPr lang="es-AR" sz="1400" spc="10" noProof="0" dirty="0">
                <a:latin typeface="Times New Roman"/>
                <a:cs typeface="Times New Roman"/>
              </a:rPr>
              <a:t> </a:t>
            </a:r>
            <a:r>
              <a:rPr lang="es-AR" sz="1400" spc="-15" noProof="0" dirty="0">
                <a:latin typeface="Times New Roman"/>
                <a:cs typeface="Times New Roman"/>
              </a:rPr>
              <a:t>(</a:t>
            </a:r>
            <a:r>
              <a:rPr lang="es-AR" sz="1400" noProof="0" dirty="0">
                <a:latin typeface="Times New Roman"/>
                <a:cs typeface="Times New Roman"/>
              </a:rPr>
              <a:t>M</a:t>
            </a:r>
            <a:r>
              <a:rPr lang="es-AR" sz="1400" spc="-160" noProof="0" dirty="0">
                <a:latin typeface="Times New Roman"/>
                <a:cs typeface="Times New Roman"/>
              </a:rPr>
              <a:t>P</a:t>
            </a:r>
            <a:r>
              <a:rPr lang="es-AR" sz="1400" noProof="0" dirty="0">
                <a:latin typeface="Times New Roman"/>
                <a:cs typeface="Times New Roman"/>
              </a:rPr>
              <a:t>,</a:t>
            </a:r>
            <a:r>
              <a:rPr lang="es-AR" sz="1400" spc="-5" noProof="0" dirty="0">
                <a:latin typeface="Times New Roman"/>
                <a:cs typeface="Times New Roman"/>
              </a:rPr>
              <a:t> </a:t>
            </a:r>
            <a:r>
              <a:rPr lang="es-AR" sz="1400" noProof="0" dirty="0">
                <a:latin typeface="Times New Roman"/>
                <a:cs typeface="Times New Roman"/>
              </a:rPr>
              <a:t>S</a:t>
            </a:r>
            <a:r>
              <a:rPr lang="es-AR" sz="1400" spc="-10" noProof="0" dirty="0">
                <a:latin typeface="Times New Roman"/>
                <a:cs typeface="Times New Roman"/>
              </a:rPr>
              <a:t>E</a:t>
            </a:r>
            <a:r>
              <a:rPr lang="es-AR" sz="1400" noProof="0" dirty="0">
                <a:latin typeface="Times New Roman"/>
                <a:cs typeface="Times New Roman"/>
              </a:rPr>
              <a:t>,</a:t>
            </a:r>
            <a:r>
              <a:rPr lang="es-AR" sz="1400" spc="-5" noProof="0" dirty="0">
                <a:latin typeface="Times New Roman"/>
                <a:cs typeface="Times New Roman"/>
              </a:rPr>
              <a:t> </a:t>
            </a:r>
            <a:r>
              <a:rPr lang="es-AR" sz="1400" noProof="0" dirty="0">
                <a:latin typeface="Times New Roman"/>
                <a:cs typeface="Times New Roman"/>
              </a:rPr>
              <a:t>P</a:t>
            </a:r>
            <a:r>
              <a:rPr lang="es-AR" sz="1400" spc="-10" noProof="0" dirty="0">
                <a:latin typeface="Times New Roman"/>
                <a:cs typeface="Times New Roman"/>
              </a:rPr>
              <a:t>T</a:t>
            </a:r>
            <a:r>
              <a:rPr lang="es-AR" sz="1400" noProof="0" dirty="0">
                <a:latin typeface="Times New Roman"/>
                <a:cs typeface="Times New Roman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rédi</a:t>
            </a:r>
            <a:r>
              <a:rPr lang="es-AR" sz="1400" b="1" spc="-1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LA</a:t>
            </a:r>
            <a:r>
              <a:rPr lang="es-AR" sz="1400" b="1" spc="-25" noProof="0" dirty="0">
                <a:latin typeface="Times New Roman"/>
                <a:cs typeface="Times New Roman"/>
              </a:rPr>
              <a:t>Z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656" y="3971699"/>
            <a:ext cx="2167255" cy="10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AC</a:t>
            </a:r>
            <a:r>
              <a:rPr lang="es-AR" sz="1400" b="1" noProof="0" dirty="0">
                <a:latin typeface="Times New Roman"/>
                <a:cs typeface="Times New Roman"/>
              </a:rPr>
              <a:t>TI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 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0" noProof="0" dirty="0">
                <a:latin typeface="Times New Roman"/>
                <a:cs typeface="Times New Roman"/>
              </a:rPr>
              <a:t>RR</a:t>
            </a:r>
            <a:r>
              <a:rPr lang="es-AR" sz="1400" b="1" noProof="0" dirty="0">
                <a:latin typeface="Times New Roman"/>
                <a:cs typeface="Times New Roman"/>
              </a:rPr>
              <a:t>IE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TE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2700" marR="685165">
              <a:lnSpc>
                <a:spcPct val="99800"/>
              </a:lnSpc>
            </a:pPr>
            <a:r>
              <a:rPr lang="es-AR" sz="1400" b="1" noProof="0" dirty="0">
                <a:latin typeface="Times New Roman"/>
                <a:cs typeface="Times New Roman"/>
              </a:rPr>
              <a:t>Bien</a:t>
            </a:r>
            <a:r>
              <a:rPr lang="es-AR" sz="1400" b="1" spc="-15" noProof="0" dirty="0">
                <a:latin typeface="Times New Roman"/>
                <a:cs typeface="Times New Roman"/>
              </a:rPr>
              <a:t>e</a:t>
            </a:r>
            <a:r>
              <a:rPr lang="es-AR" sz="1400" b="1" noProof="0" dirty="0">
                <a:latin typeface="Times New Roman"/>
                <a:cs typeface="Times New Roman"/>
              </a:rPr>
              <a:t>s </a:t>
            </a:r>
            <a:r>
              <a:rPr lang="es-AR" sz="1400" b="1" spc="-5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e </a:t>
            </a:r>
            <a:r>
              <a:rPr lang="es-AR" sz="1400" b="1" spc="-10" noProof="0" dirty="0">
                <a:latin typeface="Times New Roman"/>
                <a:cs typeface="Times New Roman"/>
              </a:rPr>
              <a:t>Uso </a:t>
            </a:r>
            <a:r>
              <a:rPr lang="es-AR" sz="1400" noProof="0" dirty="0">
                <a:latin typeface="Times New Roman"/>
                <a:cs typeface="Times New Roman"/>
              </a:rPr>
              <a:t>I</a:t>
            </a:r>
            <a:r>
              <a:rPr lang="es-AR" sz="1400" spc="5" noProof="0" dirty="0">
                <a:latin typeface="Times New Roman"/>
                <a:cs typeface="Times New Roman"/>
              </a:rPr>
              <a:t>n</a:t>
            </a:r>
            <a:r>
              <a:rPr lang="es-AR" sz="1400" spc="-10" noProof="0" dirty="0">
                <a:latin typeface="Times New Roman"/>
                <a:cs typeface="Times New Roman"/>
              </a:rPr>
              <a:t>s</a:t>
            </a:r>
            <a:r>
              <a:rPr lang="es-AR" sz="1400" noProof="0" dirty="0">
                <a:latin typeface="Times New Roman"/>
                <a:cs typeface="Times New Roman"/>
              </a:rPr>
              <a:t>t</a:t>
            </a:r>
            <a:r>
              <a:rPr lang="es-AR" sz="1400" spc="-15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la</a:t>
            </a:r>
            <a:r>
              <a:rPr lang="es-AR" sz="1400" spc="-15" noProof="0" dirty="0">
                <a:latin typeface="Times New Roman"/>
                <a:cs typeface="Times New Roman"/>
              </a:rPr>
              <a:t>c</a:t>
            </a:r>
            <a:r>
              <a:rPr lang="es-AR" sz="1400" noProof="0" dirty="0">
                <a:latin typeface="Times New Roman"/>
                <a:cs typeface="Times New Roman"/>
              </a:rPr>
              <a:t>i</a:t>
            </a:r>
            <a:r>
              <a:rPr lang="es-AR" sz="1400" spc="-10" noProof="0" dirty="0">
                <a:latin typeface="Times New Roman"/>
                <a:cs typeface="Times New Roman"/>
              </a:rPr>
              <a:t>o</a:t>
            </a:r>
            <a:r>
              <a:rPr lang="es-AR" sz="1400" noProof="0" dirty="0">
                <a:latin typeface="Times New Roman"/>
                <a:cs typeface="Times New Roman"/>
              </a:rPr>
              <a:t>n</a:t>
            </a:r>
            <a:r>
              <a:rPr lang="es-AR" sz="1400" spc="-15" noProof="0" dirty="0">
                <a:latin typeface="Times New Roman"/>
                <a:cs typeface="Times New Roman"/>
              </a:rPr>
              <a:t>e</a:t>
            </a:r>
            <a:r>
              <a:rPr lang="es-AR" sz="1400" noProof="0" dirty="0">
                <a:latin typeface="Times New Roman"/>
                <a:cs typeface="Times New Roman"/>
              </a:rPr>
              <a:t>s</a:t>
            </a:r>
            <a:r>
              <a:rPr lang="es-AR" sz="1400" spc="5" noProof="0" dirty="0">
                <a:latin typeface="Times New Roman"/>
                <a:cs typeface="Times New Roman"/>
              </a:rPr>
              <a:t> </a:t>
            </a:r>
            <a:r>
              <a:rPr lang="es-AR" sz="1400" spc="-15" noProof="0" dirty="0">
                <a:latin typeface="Times New Roman"/>
                <a:cs typeface="Times New Roman"/>
              </a:rPr>
              <a:t>e</a:t>
            </a:r>
            <a:r>
              <a:rPr lang="es-AR" sz="1400" noProof="0" dirty="0">
                <a:latin typeface="Times New Roman"/>
                <a:cs typeface="Times New Roman"/>
              </a:rPr>
              <a:t>n</a:t>
            </a:r>
            <a:r>
              <a:rPr lang="es-AR" sz="1400" spc="5" noProof="0" dirty="0">
                <a:latin typeface="Times New Roman"/>
                <a:cs typeface="Times New Roman"/>
              </a:rPr>
              <a:t> </a:t>
            </a:r>
            <a:r>
              <a:rPr lang="es-AR" sz="1400" noProof="0" dirty="0" err="1">
                <a:latin typeface="Times New Roman"/>
                <a:cs typeface="Times New Roman"/>
              </a:rPr>
              <a:t>gr</a:t>
            </a:r>
            <a:r>
              <a:rPr lang="es-AR" sz="1400" spc="-10" noProof="0" dirty="0" err="1">
                <a:latin typeface="Times New Roman"/>
                <a:cs typeface="Times New Roman"/>
              </a:rPr>
              <a:t>a</a:t>
            </a:r>
            <a:r>
              <a:rPr lang="es-AR" sz="1400" noProof="0" dirty="0" err="1">
                <a:latin typeface="Times New Roman"/>
                <a:cs typeface="Times New Roman"/>
              </a:rPr>
              <a:t>l</a:t>
            </a:r>
            <a:r>
              <a:rPr lang="es-AR" sz="1400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rédi</a:t>
            </a:r>
            <a:r>
              <a:rPr lang="es-AR" sz="1400" b="1" spc="-1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5" noProof="0" dirty="0">
                <a:latin typeface="Times New Roman"/>
                <a:cs typeface="Times New Roman"/>
              </a:rPr>
              <a:t> </a:t>
            </a:r>
            <a:r>
              <a:rPr lang="es-AR" sz="1400" b="1" spc="-5" noProof="0" dirty="0">
                <a:latin typeface="Times New Roman"/>
                <a:cs typeface="Times New Roman"/>
              </a:rPr>
              <a:t>L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zo Bien</a:t>
            </a:r>
            <a:r>
              <a:rPr lang="es-AR" sz="1400" b="1" spc="-15" noProof="0" dirty="0">
                <a:latin typeface="Times New Roman"/>
                <a:cs typeface="Times New Roman"/>
              </a:rPr>
              <a:t>e</a:t>
            </a:r>
            <a:r>
              <a:rPr lang="es-AR" sz="1400" b="1" noProof="0" dirty="0">
                <a:latin typeface="Times New Roman"/>
                <a:cs typeface="Times New Roman"/>
              </a:rPr>
              <a:t>s I</a:t>
            </a:r>
            <a:r>
              <a:rPr lang="es-AR" sz="1400" b="1" spc="-15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t</a:t>
            </a:r>
            <a:r>
              <a:rPr lang="es-AR" sz="1400" b="1" spc="5" noProof="0" dirty="0">
                <a:latin typeface="Times New Roman"/>
                <a:cs typeface="Times New Roman"/>
              </a:rPr>
              <a:t>a</a:t>
            </a:r>
            <a:r>
              <a:rPr lang="es-AR" sz="1400" b="1" spc="-15" noProof="0" dirty="0">
                <a:latin typeface="Times New Roman"/>
                <a:cs typeface="Times New Roman"/>
              </a:rPr>
              <a:t>n</a:t>
            </a:r>
            <a:r>
              <a:rPr lang="es-AR" sz="1400" b="1" spc="-10" noProof="0" dirty="0">
                <a:latin typeface="Times New Roman"/>
                <a:cs typeface="Times New Roman"/>
              </a:rPr>
              <a:t>g</a:t>
            </a:r>
            <a:r>
              <a:rPr lang="es-AR" sz="1400" b="1" noProof="0" dirty="0">
                <a:latin typeface="Times New Roman"/>
                <a:cs typeface="Times New Roman"/>
              </a:rPr>
              <a:t>ib</a:t>
            </a:r>
            <a:r>
              <a:rPr lang="es-AR" sz="1400" b="1" spc="-10" noProof="0" dirty="0">
                <a:latin typeface="Times New Roman"/>
                <a:cs typeface="Times New Roman"/>
              </a:rPr>
              <a:t>l</a:t>
            </a:r>
            <a:r>
              <a:rPr lang="es-AR" sz="1400" b="1" noProof="0" dirty="0">
                <a:latin typeface="Times New Roman"/>
                <a:cs typeface="Times New Roman"/>
              </a:rPr>
              <a:t>es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471" y="5246144"/>
            <a:ext cx="4326255" cy="929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AC</a:t>
            </a:r>
            <a:r>
              <a:rPr lang="es-AR" sz="1400" b="1" noProof="0" dirty="0">
                <a:latin typeface="Times New Roman"/>
                <a:cs typeface="Times New Roman"/>
              </a:rPr>
              <a:t>TI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 </a:t>
            </a:r>
            <a:r>
              <a:rPr lang="es-AR" sz="1400" b="1" spc="-2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678815" indent="1828800">
              <a:lnSpc>
                <a:spcPct val="100000"/>
              </a:lnSpc>
              <a:spcBef>
                <a:spcPts val="20"/>
              </a:spcBef>
            </a:pPr>
            <a:r>
              <a:rPr lang="es-AR" sz="1400" b="1" spc="-114" noProof="0" dirty="0">
                <a:latin typeface="Times New Roman"/>
                <a:cs typeface="Times New Roman"/>
              </a:rPr>
              <a:t>P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2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+ </a:t>
            </a:r>
            <a:r>
              <a:rPr lang="es-AR" sz="1400" b="1" spc="-140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endParaRPr lang="es-AR" sz="14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lang="es-AR" sz="2000" noProof="0" dirty="0">
              <a:latin typeface="Times New Roman"/>
              <a:cs typeface="Times New Roman"/>
            </a:endParaRPr>
          </a:p>
          <a:p>
            <a:pPr marL="678815">
              <a:lnSpc>
                <a:spcPct val="100000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AC</a:t>
            </a:r>
            <a:r>
              <a:rPr lang="es-AR" sz="1400" b="1" noProof="0" dirty="0">
                <a:latin typeface="Times New Roman"/>
                <a:cs typeface="Times New Roman"/>
              </a:rPr>
              <a:t>TI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2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= </a:t>
            </a:r>
            <a:r>
              <a:rPr lang="es-AR" sz="1400" b="1" spc="-114" noProof="0" dirty="0">
                <a:latin typeface="Times New Roman"/>
                <a:cs typeface="Times New Roman"/>
              </a:rPr>
              <a:t>P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2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+ </a:t>
            </a:r>
            <a:r>
              <a:rPr lang="es-AR" sz="1400" b="1" spc="-10" noProof="0" dirty="0">
                <a:latin typeface="Times New Roman"/>
                <a:cs typeface="Times New Roman"/>
              </a:rPr>
              <a:t>PN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96890" y="2484022"/>
            <a:ext cx="180276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400" b="1" spc="-114" noProof="0" dirty="0">
                <a:latin typeface="Times New Roman"/>
                <a:cs typeface="Times New Roman"/>
              </a:rPr>
              <a:t>P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0" noProof="0" dirty="0">
                <a:latin typeface="Times New Roman"/>
                <a:cs typeface="Times New Roman"/>
              </a:rPr>
              <a:t>RR</a:t>
            </a:r>
            <a:r>
              <a:rPr lang="es-AR" sz="1400" b="1" noProof="0" dirty="0">
                <a:latin typeface="Times New Roman"/>
                <a:cs typeface="Times New Roman"/>
              </a:rPr>
              <a:t>IE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TE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eudas</a:t>
            </a:r>
            <a:r>
              <a:rPr lang="es-AR" sz="1400" b="1" spc="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LA</a:t>
            </a:r>
            <a:r>
              <a:rPr lang="es-AR" sz="1400" b="1" spc="-25" noProof="0" dirty="0">
                <a:latin typeface="Times New Roman"/>
                <a:cs typeface="Times New Roman"/>
              </a:rPr>
              <a:t>Z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6890" y="3122578"/>
            <a:ext cx="211518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400" b="1" spc="-114" noProof="0" dirty="0">
                <a:latin typeface="Times New Roman"/>
                <a:cs typeface="Times New Roman"/>
              </a:rPr>
              <a:t>P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0" noProof="0" dirty="0">
                <a:latin typeface="Times New Roman"/>
                <a:cs typeface="Times New Roman"/>
              </a:rPr>
              <a:t>R</a:t>
            </a:r>
            <a:r>
              <a:rPr lang="es-AR" sz="1400" b="1" noProof="0" dirty="0">
                <a:latin typeface="Times New Roman"/>
                <a:cs typeface="Times New Roman"/>
              </a:rPr>
              <a:t>RIE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TE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eudas</a:t>
            </a:r>
            <a:r>
              <a:rPr lang="es-AR" sz="1400" b="1" spc="5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L.</a:t>
            </a:r>
            <a:r>
              <a:rPr lang="es-AR" sz="1400" b="1" spc="-25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la</a:t>
            </a:r>
            <a:r>
              <a:rPr lang="es-AR" sz="1400" b="1" spc="-15" noProof="0" dirty="0">
                <a:latin typeface="Times New Roman"/>
                <a:cs typeface="Times New Roman"/>
              </a:rPr>
              <a:t>z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96890" y="3764439"/>
            <a:ext cx="13322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400" b="1" spc="-114" noProof="0" dirty="0">
                <a:latin typeface="Times New Roman"/>
                <a:cs typeface="Times New Roman"/>
              </a:rPr>
              <a:t>P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SI</a:t>
            </a:r>
            <a:r>
              <a:rPr lang="es-AR" sz="1400" b="1" spc="-3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2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96889" y="4188109"/>
            <a:ext cx="2068830" cy="1057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0"/>
              </a:lnSpc>
            </a:pPr>
            <a:r>
              <a:rPr lang="es-AR" sz="1400" b="1" spc="-114" noProof="0" dirty="0">
                <a:latin typeface="Times New Roman"/>
                <a:cs typeface="Times New Roman"/>
              </a:rPr>
              <a:t>PA</a:t>
            </a:r>
            <a:r>
              <a:rPr lang="es-AR" sz="1400" b="1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R</a:t>
            </a:r>
            <a:r>
              <a:rPr lang="es-AR" sz="1400" b="1" noProof="0" dirty="0">
                <a:latin typeface="Times New Roman"/>
                <a:cs typeface="Times New Roman"/>
              </a:rPr>
              <a:t>I</a:t>
            </a:r>
            <a:r>
              <a:rPr lang="es-AR" sz="1400" b="1" spc="-10" noProof="0" dirty="0">
                <a:latin typeface="Times New Roman"/>
                <a:cs typeface="Times New Roman"/>
              </a:rPr>
              <a:t>M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IO 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E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00965">
              <a:lnSpc>
                <a:spcPts val="1670"/>
              </a:lnSpc>
            </a:pPr>
            <a:r>
              <a:rPr lang="es-AR" sz="1400" noProof="0" dirty="0">
                <a:latin typeface="Times New Roman"/>
                <a:cs typeface="Times New Roman"/>
              </a:rPr>
              <a:t>Ca</a:t>
            </a:r>
            <a:r>
              <a:rPr lang="es-AR" sz="1400" spc="-10" noProof="0" dirty="0">
                <a:latin typeface="Times New Roman"/>
                <a:cs typeface="Times New Roman"/>
              </a:rPr>
              <a:t>p</a:t>
            </a:r>
            <a:r>
              <a:rPr lang="es-AR" sz="1400" noProof="0" dirty="0">
                <a:latin typeface="Times New Roman"/>
                <a:cs typeface="Times New Roman"/>
              </a:rPr>
              <a:t>it</a:t>
            </a:r>
            <a:r>
              <a:rPr lang="es-AR" sz="1400" spc="-15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l</a:t>
            </a:r>
            <a:r>
              <a:rPr lang="es-AR" sz="1400" spc="5" noProof="0" dirty="0">
                <a:latin typeface="Times New Roman"/>
                <a:cs typeface="Times New Roman"/>
              </a:rPr>
              <a:t> </a:t>
            </a:r>
            <a:r>
              <a:rPr lang="es-AR" sz="1400" spc="-20" noProof="0" dirty="0">
                <a:latin typeface="Times New Roman"/>
                <a:cs typeface="Times New Roman"/>
              </a:rPr>
              <a:t>S</a:t>
            </a:r>
            <a:r>
              <a:rPr lang="es-AR" sz="1400" noProof="0" dirty="0">
                <a:latin typeface="Times New Roman"/>
                <a:cs typeface="Times New Roman"/>
              </a:rPr>
              <a:t>oc</a:t>
            </a:r>
            <a:r>
              <a:rPr lang="es-AR" sz="1400" spc="-10" noProof="0" dirty="0">
                <a:latin typeface="Times New Roman"/>
                <a:cs typeface="Times New Roman"/>
              </a:rPr>
              <a:t>i</a:t>
            </a:r>
            <a:r>
              <a:rPr lang="es-AR" sz="1400" noProof="0" dirty="0">
                <a:latin typeface="Times New Roman"/>
                <a:cs typeface="Times New Roman"/>
              </a:rPr>
              <a:t>al</a:t>
            </a:r>
          </a:p>
          <a:p>
            <a:pPr marL="12700" indent="88265">
              <a:lnSpc>
                <a:spcPct val="100000"/>
              </a:lnSpc>
            </a:pPr>
            <a:r>
              <a:rPr lang="es-AR" sz="1400" noProof="0" dirty="0">
                <a:latin typeface="Times New Roman"/>
                <a:cs typeface="Times New Roman"/>
              </a:rPr>
              <a:t>Re</a:t>
            </a:r>
            <a:r>
              <a:rPr lang="es-AR" sz="1400" spc="-10" noProof="0" dirty="0">
                <a:latin typeface="Times New Roman"/>
                <a:cs typeface="Times New Roman"/>
              </a:rPr>
              <a:t>s</a:t>
            </a:r>
            <a:r>
              <a:rPr lang="es-AR" sz="1400" noProof="0" dirty="0">
                <a:latin typeface="Times New Roman"/>
                <a:cs typeface="Times New Roman"/>
              </a:rPr>
              <a:t>u</a:t>
            </a:r>
            <a:r>
              <a:rPr lang="es-AR" sz="1400" spc="-10" noProof="0" dirty="0">
                <a:latin typeface="Times New Roman"/>
                <a:cs typeface="Times New Roman"/>
              </a:rPr>
              <a:t>l</a:t>
            </a:r>
            <a:r>
              <a:rPr lang="es-AR" sz="1400" noProof="0" dirty="0">
                <a:latin typeface="Times New Roman"/>
                <a:cs typeface="Times New Roman"/>
              </a:rPr>
              <a:t>t</a:t>
            </a:r>
            <a:r>
              <a:rPr lang="es-AR" sz="1400" spc="-15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do</a:t>
            </a:r>
            <a:r>
              <a:rPr lang="es-AR" sz="1400" spc="-15" noProof="0" dirty="0">
                <a:latin typeface="Times New Roman"/>
                <a:cs typeface="Times New Roman"/>
              </a:rPr>
              <a:t> </a:t>
            </a:r>
            <a:r>
              <a:rPr lang="es-AR" sz="1400" noProof="0" dirty="0">
                <a:latin typeface="Times New Roman"/>
                <a:cs typeface="Times New Roman"/>
              </a:rPr>
              <a:t>de </a:t>
            </a:r>
            <a:r>
              <a:rPr lang="es-AR" sz="1400" spc="-10" noProof="0" dirty="0">
                <a:latin typeface="Times New Roman"/>
                <a:cs typeface="Times New Roman"/>
              </a:rPr>
              <a:t>Ej</a:t>
            </a:r>
            <a:r>
              <a:rPr lang="es-AR" sz="1400" noProof="0" dirty="0">
                <a:latin typeface="Times New Roman"/>
                <a:cs typeface="Times New Roman"/>
              </a:rPr>
              <a:t>.</a:t>
            </a:r>
            <a:r>
              <a:rPr lang="es-AR" sz="1400" spc="-80" noProof="0" dirty="0">
                <a:latin typeface="Times New Roman"/>
                <a:cs typeface="Times New Roman"/>
              </a:rPr>
              <a:t> </a:t>
            </a:r>
            <a:r>
              <a:rPr lang="es-AR" sz="1400" spc="-10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n</a:t>
            </a:r>
            <a:r>
              <a:rPr lang="es-AR" sz="1400" spc="-10" noProof="0" dirty="0">
                <a:latin typeface="Times New Roman"/>
                <a:cs typeface="Times New Roman"/>
              </a:rPr>
              <a:t>t</a:t>
            </a:r>
            <a:r>
              <a:rPr lang="es-AR" sz="1400" spc="-15" noProof="0" dirty="0">
                <a:latin typeface="Times New Roman"/>
                <a:cs typeface="Times New Roman"/>
              </a:rPr>
              <a:t>e</a:t>
            </a:r>
            <a:r>
              <a:rPr lang="es-AR" sz="1400" noProof="0" dirty="0">
                <a:latin typeface="Times New Roman"/>
                <a:cs typeface="Times New Roman"/>
              </a:rPr>
              <a:t>ri</a:t>
            </a:r>
            <a:r>
              <a:rPr lang="es-AR" sz="1400" spc="-10" noProof="0" dirty="0">
                <a:latin typeface="Times New Roman"/>
                <a:cs typeface="Times New Roman"/>
              </a:rPr>
              <a:t>o</a:t>
            </a:r>
            <a:r>
              <a:rPr lang="es-AR" sz="1400" noProof="0" dirty="0">
                <a:latin typeface="Times New Roman"/>
                <a:cs typeface="Times New Roman"/>
              </a:rPr>
              <a:t>res</a:t>
            </a:r>
          </a:p>
          <a:p>
            <a:pPr marL="12700" marR="203200" indent="88265">
              <a:lnSpc>
                <a:spcPct val="100000"/>
              </a:lnSpc>
              <a:spcBef>
                <a:spcPts val="25"/>
              </a:spcBef>
            </a:pP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lang="es-AR" sz="1400" b="1" spc="5" noProof="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ul</a:t>
            </a:r>
            <a:r>
              <a:rPr lang="es-AR" sz="1400" b="1" spc="-15" noProof="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lang="es-AR" sz="1400" b="1" spc="-15" noProof="0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o</a:t>
            </a:r>
            <a:r>
              <a:rPr lang="es-AR" sz="1400" b="1" spc="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r>
              <a:rPr lang="es-AR" sz="1400" b="1" spc="-15" noProof="0" dirty="0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l Eje</a:t>
            </a:r>
            <a:r>
              <a:rPr lang="es-AR" sz="1400" b="1" spc="-25" noProof="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lang="es-AR" sz="1400" b="1" spc="-15" noProof="0" dirty="0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cio </a:t>
            </a:r>
            <a:r>
              <a:rPr lang="es-AR" sz="1400" b="1" spc="-25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40" noProof="0" dirty="0">
                <a:latin typeface="Times New Roman"/>
                <a:cs typeface="Times New Roman"/>
              </a:rPr>
              <a:t>P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10809" y="2651660"/>
            <a:ext cx="1818639" cy="842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75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E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00965">
              <a:lnSpc>
                <a:spcPts val="1660"/>
              </a:lnSpc>
            </a:pPr>
            <a:r>
              <a:rPr lang="es-AR" sz="1400" b="1" spc="-14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enta </a:t>
            </a:r>
            <a:r>
              <a:rPr lang="es-AR" sz="1400" b="1" spc="-5" noProof="0" dirty="0"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latin typeface="Times New Roman"/>
                <a:cs typeface="Times New Roman"/>
              </a:rPr>
              <a:t>e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M</a:t>
            </a:r>
            <a:r>
              <a:rPr lang="es-AR" sz="1400" b="1" noProof="0" dirty="0">
                <a:latin typeface="Times New Roman"/>
                <a:cs typeface="Times New Roman"/>
              </a:rPr>
              <a:t>e</a:t>
            </a:r>
            <a:r>
              <a:rPr lang="es-AR" sz="1400" b="1" spc="-25" noProof="0" dirty="0">
                <a:latin typeface="Times New Roman"/>
                <a:cs typeface="Times New Roman"/>
              </a:rPr>
              <a:t>r</a:t>
            </a:r>
            <a:r>
              <a:rPr lang="es-AR" sz="1400" b="1" spc="-15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ade</a:t>
            </a:r>
            <a:r>
              <a:rPr lang="es-AR" sz="1400" b="1" spc="-15" noProof="0" dirty="0">
                <a:latin typeface="Times New Roman"/>
                <a:cs typeface="Times New Roman"/>
              </a:rPr>
              <a:t>r</a:t>
            </a:r>
            <a:r>
              <a:rPr lang="es-AR" sz="1400" b="1" spc="-10" noProof="0" dirty="0">
                <a:latin typeface="Times New Roman"/>
                <a:cs typeface="Times New Roman"/>
              </a:rPr>
              <a:t>í</a:t>
            </a:r>
            <a:r>
              <a:rPr lang="es-AR" sz="1400" b="1" noProof="0" dirty="0">
                <a:latin typeface="Times New Roman"/>
                <a:cs typeface="Times New Roman"/>
              </a:rPr>
              <a:t>as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00965">
              <a:lnSpc>
                <a:spcPts val="1670"/>
              </a:lnSpc>
            </a:pPr>
            <a:r>
              <a:rPr lang="es-AR" sz="1400" spc="-10" noProof="0" dirty="0">
                <a:latin typeface="Times New Roman"/>
                <a:cs typeface="Times New Roman"/>
              </a:rPr>
              <a:t>D</a:t>
            </a:r>
            <a:r>
              <a:rPr lang="es-AR" sz="1400" noProof="0" dirty="0">
                <a:latin typeface="Times New Roman"/>
                <a:cs typeface="Times New Roman"/>
              </a:rPr>
              <a:t>e</a:t>
            </a:r>
            <a:r>
              <a:rPr lang="es-AR" sz="1400" spc="5" noProof="0" dirty="0">
                <a:latin typeface="Times New Roman"/>
                <a:cs typeface="Times New Roman"/>
              </a:rPr>
              <a:t>s</a:t>
            </a:r>
            <a:r>
              <a:rPr lang="es-AR" sz="1400" noProof="0" dirty="0">
                <a:latin typeface="Times New Roman"/>
                <a:cs typeface="Times New Roman"/>
              </a:rPr>
              <a:t>c</a:t>
            </a:r>
            <a:r>
              <a:rPr lang="es-AR" sz="1400" spc="-10" noProof="0" dirty="0">
                <a:latin typeface="Times New Roman"/>
                <a:cs typeface="Times New Roman"/>
              </a:rPr>
              <a:t>u</a:t>
            </a:r>
            <a:r>
              <a:rPr lang="es-AR" sz="1400" noProof="0" dirty="0">
                <a:latin typeface="Times New Roman"/>
                <a:cs typeface="Times New Roman"/>
              </a:rPr>
              <a:t>e</a:t>
            </a:r>
            <a:r>
              <a:rPr lang="es-AR" sz="1400" spc="-10" noProof="0" dirty="0">
                <a:latin typeface="Times New Roman"/>
                <a:cs typeface="Times New Roman"/>
              </a:rPr>
              <a:t>nt</a:t>
            </a:r>
            <a:r>
              <a:rPr lang="es-AR" sz="1400" noProof="0" dirty="0">
                <a:latin typeface="Times New Roman"/>
                <a:cs typeface="Times New Roman"/>
              </a:rPr>
              <a:t>os</a:t>
            </a:r>
            <a:r>
              <a:rPr lang="es-AR" sz="1400" spc="5" noProof="0" dirty="0">
                <a:latin typeface="Times New Roman"/>
                <a:cs typeface="Times New Roman"/>
              </a:rPr>
              <a:t> </a:t>
            </a:r>
            <a:r>
              <a:rPr lang="es-AR" sz="1400" spc="-10" noProof="0" dirty="0">
                <a:latin typeface="Times New Roman"/>
                <a:cs typeface="Times New Roman"/>
              </a:rPr>
              <a:t>Ob</a:t>
            </a:r>
            <a:r>
              <a:rPr lang="es-AR" sz="1400" noProof="0" dirty="0">
                <a:latin typeface="Times New Roman"/>
                <a:cs typeface="Times New Roman"/>
              </a:rPr>
              <a:t>t</a:t>
            </a:r>
            <a:r>
              <a:rPr lang="es-AR" sz="1400" spc="-15" noProof="0" dirty="0">
                <a:latin typeface="Times New Roman"/>
                <a:cs typeface="Times New Roman"/>
              </a:rPr>
              <a:t>e</a:t>
            </a:r>
            <a:r>
              <a:rPr lang="es-AR" sz="1400" noProof="0" dirty="0">
                <a:latin typeface="Times New Roman"/>
                <a:cs typeface="Times New Roman"/>
              </a:rPr>
              <a:t>n</a:t>
            </a:r>
            <a:r>
              <a:rPr lang="es-AR" sz="1400" spc="-10" noProof="0" dirty="0">
                <a:latin typeface="Times New Roman"/>
                <a:cs typeface="Times New Roman"/>
              </a:rPr>
              <a:t>ido</a:t>
            </a:r>
            <a:r>
              <a:rPr lang="es-AR" sz="1400" noProof="0" dirty="0">
                <a:latin typeface="Times New Roman"/>
                <a:cs typeface="Times New Roman"/>
              </a:rPr>
              <a:t>s</a:t>
            </a:r>
          </a:p>
          <a:p>
            <a:pPr marL="100965">
              <a:lnSpc>
                <a:spcPct val="100000"/>
              </a:lnSpc>
              <a:spcBef>
                <a:spcPts val="20"/>
              </a:spcBef>
            </a:pP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r>
              <a:rPr lang="es-AR" sz="1400" b="1" spc="-10" noProof="0" dirty="0">
                <a:latin typeface="Times New Roman"/>
                <a:cs typeface="Times New Roman"/>
              </a:rPr>
              <a:t>U</a:t>
            </a:r>
            <a:r>
              <a:rPr lang="es-AR" sz="1400" b="1" noProof="0" dirty="0">
                <a:latin typeface="Times New Roman"/>
                <a:cs typeface="Times New Roman"/>
              </a:rPr>
              <a:t>B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L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V</a:t>
            </a:r>
            <a:r>
              <a:rPr lang="es-AR" sz="1400" b="1" noProof="0" dirty="0">
                <a:latin typeface="Times New Roman"/>
                <a:cs typeface="Times New Roman"/>
              </a:rPr>
              <a:t>E</a:t>
            </a:r>
            <a:r>
              <a:rPr lang="es-AR" sz="1400" b="1" spc="-10" noProof="0" dirty="0">
                <a:latin typeface="Times New Roman"/>
                <a:cs typeface="Times New Roman"/>
              </a:rPr>
              <a:t>N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10811" y="3715668"/>
            <a:ext cx="256222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874394" algn="ctr">
              <a:lnSpc>
                <a:spcPts val="1670"/>
              </a:lnSpc>
            </a:pP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OS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OS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Y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G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spc="-15" noProof="0" dirty="0">
                <a:latin typeface="Times New Roman"/>
                <a:cs typeface="Times New Roman"/>
              </a:rPr>
              <a:t>O</a:t>
            </a: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endParaRPr lang="es-AR" sz="1400" noProof="0" dirty="0">
              <a:latin typeface="Times New Roman"/>
              <a:cs typeface="Times New Roman"/>
            </a:endParaRPr>
          </a:p>
          <a:p>
            <a:pPr marL="100965" marR="851535">
              <a:lnSpc>
                <a:spcPts val="1670"/>
              </a:lnSpc>
              <a:spcBef>
                <a:spcPts val="50"/>
              </a:spcBef>
            </a:pPr>
            <a:r>
              <a:rPr lang="es-AR" sz="1400" noProof="0" dirty="0">
                <a:latin typeface="Times New Roman"/>
                <a:cs typeface="Times New Roman"/>
              </a:rPr>
              <a:t>Co</a:t>
            </a:r>
            <a:r>
              <a:rPr lang="es-AR" sz="1400" spc="-10" noProof="0" dirty="0">
                <a:latin typeface="Times New Roman"/>
                <a:cs typeface="Times New Roman"/>
              </a:rPr>
              <a:t>st</a:t>
            </a:r>
            <a:r>
              <a:rPr lang="es-AR" sz="1400" noProof="0" dirty="0">
                <a:latin typeface="Times New Roman"/>
                <a:cs typeface="Times New Roman"/>
              </a:rPr>
              <a:t>o</a:t>
            </a:r>
            <a:r>
              <a:rPr lang="es-AR" sz="1400" spc="5" noProof="0" dirty="0">
                <a:latin typeface="Times New Roman"/>
                <a:cs typeface="Times New Roman"/>
              </a:rPr>
              <a:t> </a:t>
            </a:r>
            <a:r>
              <a:rPr lang="es-AR" sz="1400" noProof="0" dirty="0">
                <a:latin typeface="Times New Roman"/>
                <a:cs typeface="Times New Roman"/>
              </a:rPr>
              <a:t>de </a:t>
            </a:r>
            <a:r>
              <a:rPr lang="es-AR" sz="1400" spc="-15" noProof="0" dirty="0">
                <a:latin typeface="Times New Roman"/>
                <a:cs typeface="Times New Roman"/>
              </a:rPr>
              <a:t>M</a:t>
            </a:r>
            <a:r>
              <a:rPr lang="es-AR" sz="1400" noProof="0" dirty="0">
                <a:latin typeface="Times New Roman"/>
                <a:cs typeface="Times New Roman"/>
              </a:rPr>
              <a:t>erc</a:t>
            </a:r>
            <a:r>
              <a:rPr lang="es-AR" sz="1400" spc="-10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de</a:t>
            </a:r>
            <a:r>
              <a:rPr lang="es-AR" sz="1400" spc="-15" noProof="0" dirty="0">
                <a:latin typeface="Times New Roman"/>
                <a:cs typeface="Times New Roman"/>
              </a:rPr>
              <a:t>r</a:t>
            </a:r>
            <a:r>
              <a:rPr lang="es-AR" sz="1400" noProof="0" dirty="0">
                <a:latin typeface="Times New Roman"/>
                <a:cs typeface="Times New Roman"/>
              </a:rPr>
              <a:t>í</a:t>
            </a:r>
            <a:r>
              <a:rPr lang="es-AR" sz="1400" spc="-15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s </a:t>
            </a:r>
            <a:r>
              <a:rPr lang="es-AR" sz="1400" spc="-10" noProof="0" dirty="0">
                <a:latin typeface="Times New Roman"/>
                <a:cs typeface="Times New Roman"/>
              </a:rPr>
              <a:t>D</a:t>
            </a:r>
            <a:r>
              <a:rPr lang="es-AR" sz="1400" noProof="0" dirty="0">
                <a:latin typeface="Times New Roman"/>
                <a:cs typeface="Times New Roman"/>
              </a:rPr>
              <a:t>e</a:t>
            </a:r>
            <a:r>
              <a:rPr lang="es-AR" sz="1400" spc="5" noProof="0" dirty="0">
                <a:latin typeface="Times New Roman"/>
                <a:cs typeface="Times New Roman"/>
              </a:rPr>
              <a:t>s</a:t>
            </a:r>
            <a:r>
              <a:rPr lang="es-AR" sz="1400" noProof="0" dirty="0">
                <a:latin typeface="Times New Roman"/>
                <a:cs typeface="Times New Roman"/>
              </a:rPr>
              <a:t>c</a:t>
            </a:r>
            <a:r>
              <a:rPr lang="es-AR" sz="1400" spc="-10" noProof="0" dirty="0">
                <a:latin typeface="Times New Roman"/>
                <a:cs typeface="Times New Roman"/>
              </a:rPr>
              <a:t>u</a:t>
            </a:r>
            <a:r>
              <a:rPr lang="es-AR" sz="1400" noProof="0" dirty="0">
                <a:latin typeface="Times New Roman"/>
                <a:cs typeface="Times New Roman"/>
              </a:rPr>
              <a:t>e</a:t>
            </a:r>
            <a:r>
              <a:rPr lang="es-AR" sz="1400" spc="-10" noProof="0" dirty="0">
                <a:latin typeface="Times New Roman"/>
                <a:cs typeface="Times New Roman"/>
              </a:rPr>
              <a:t>nt</a:t>
            </a:r>
            <a:r>
              <a:rPr lang="es-AR" sz="1400" noProof="0" dirty="0">
                <a:latin typeface="Times New Roman"/>
                <a:cs typeface="Times New Roman"/>
              </a:rPr>
              <a:t>os</a:t>
            </a:r>
            <a:r>
              <a:rPr lang="es-AR" sz="1400" spc="5" noProof="0" dirty="0">
                <a:latin typeface="Times New Roman"/>
                <a:cs typeface="Times New Roman"/>
              </a:rPr>
              <a:t> </a:t>
            </a:r>
            <a:r>
              <a:rPr lang="es-AR" sz="1400" spc="-10" noProof="0" dirty="0">
                <a:latin typeface="Times New Roman"/>
                <a:cs typeface="Times New Roman"/>
              </a:rPr>
              <a:t>Ot</a:t>
            </a:r>
            <a:r>
              <a:rPr lang="es-AR" sz="1400" noProof="0" dirty="0">
                <a:latin typeface="Times New Roman"/>
                <a:cs typeface="Times New Roman"/>
              </a:rPr>
              <a:t>o</a:t>
            </a:r>
            <a:r>
              <a:rPr lang="es-AR" sz="1400" spc="-40" noProof="0" dirty="0">
                <a:latin typeface="Times New Roman"/>
                <a:cs typeface="Times New Roman"/>
              </a:rPr>
              <a:t>r</a:t>
            </a:r>
            <a:r>
              <a:rPr lang="es-AR" sz="1400" noProof="0" dirty="0">
                <a:latin typeface="Times New Roman"/>
                <a:cs typeface="Times New Roman"/>
              </a:rPr>
              <a:t>g</a:t>
            </a:r>
            <a:r>
              <a:rPr lang="es-AR" sz="1400" spc="-15" noProof="0" dirty="0">
                <a:latin typeface="Times New Roman"/>
                <a:cs typeface="Times New Roman"/>
              </a:rPr>
              <a:t>a</a:t>
            </a:r>
            <a:r>
              <a:rPr lang="es-AR" sz="1400" noProof="0" dirty="0">
                <a:latin typeface="Times New Roman"/>
                <a:cs typeface="Times New Roman"/>
              </a:rPr>
              <a:t>d</a:t>
            </a:r>
            <a:r>
              <a:rPr lang="es-AR" sz="1400" spc="-10" noProof="0" dirty="0">
                <a:latin typeface="Times New Roman"/>
                <a:cs typeface="Times New Roman"/>
              </a:rPr>
              <a:t>o</a:t>
            </a:r>
            <a:r>
              <a:rPr lang="es-AR" sz="1400" noProof="0" dirty="0">
                <a:latin typeface="Times New Roman"/>
                <a:cs typeface="Times New Roman"/>
              </a:rPr>
              <a:t>s</a:t>
            </a:r>
          </a:p>
          <a:p>
            <a:pPr marL="100965">
              <a:lnSpc>
                <a:spcPts val="1660"/>
              </a:lnSpc>
            </a:pP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r>
              <a:rPr lang="es-AR" sz="1400" b="1" spc="-10" noProof="0" dirty="0">
                <a:latin typeface="Times New Roman"/>
                <a:cs typeface="Times New Roman"/>
              </a:rPr>
              <a:t>U</a:t>
            </a:r>
            <a:r>
              <a:rPr lang="es-AR" sz="1400" b="1" noProof="0" dirty="0">
                <a:latin typeface="Times New Roman"/>
                <a:cs typeface="Times New Roman"/>
              </a:rPr>
              <a:t>B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</a:t>
            </a:r>
            <a:r>
              <a:rPr lang="es-AR" sz="1400" b="1" spc="-11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.</a:t>
            </a:r>
            <a:r>
              <a:rPr lang="es-AR" sz="1400" b="1" spc="-5" noProof="0" dirty="0"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latin typeface="Times New Roman"/>
                <a:cs typeface="Times New Roman"/>
              </a:rPr>
              <a:t>C</a:t>
            </a:r>
            <a:r>
              <a:rPr lang="es-AR" sz="1400" b="1" noProof="0" dirty="0">
                <a:latin typeface="Times New Roman"/>
                <a:cs typeface="Times New Roman"/>
              </a:rPr>
              <a:t>OS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OS</a:t>
            </a:r>
            <a:r>
              <a:rPr lang="es-AR" sz="1400" b="1" spc="-20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Y</a:t>
            </a:r>
            <a:r>
              <a:rPr lang="es-AR" sz="1400" b="1" spc="-10" noProof="0" dirty="0"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latin typeface="Times New Roman"/>
                <a:cs typeface="Times New Roman"/>
              </a:rPr>
              <a:t>G</a:t>
            </a:r>
            <a:r>
              <a:rPr lang="es-AR" sz="1400" b="1" spc="-10" noProof="0" dirty="0">
                <a:latin typeface="Times New Roman"/>
                <a:cs typeface="Times New Roman"/>
              </a:rPr>
              <a:t>A</a:t>
            </a:r>
            <a:r>
              <a:rPr lang="es-AR" sz="1400" b="1" noProof="0" dirty="0">
                <a:latin typeface="Times New Roman"/>
                <a:cs typeface="Times New Roman"/>
              </a:rPr>
              <a:t>S</a:t>
            </a:r>
            <a:r>
              <a:rPr lang="es-AR" sz="1400" b="1" spc="-30" noProof="0" dirty="0">
                <a:latin typeface="Times New Roman"/>
                <a:cs typeface="Times New Roman"/>
              </a:rPr>
              <a:t>T</a:t>
            </a:r>
            <a:r>
              <a:rPr lang="es-AR" sz="1400" b="1" noProof="0" dirty="0">
                <a:latin typeface="Times New Roman"/>
                <a:cs typeface="Times New Roman"/>
              </a:rPr>
              <a:t>OS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10809" y="4776754"/>
            <a:ext cx="22104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ES</a:t>
            </a: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U</a:t>
            </a:r>
            <a:r>
              <a:rPr lang="es-AR" sz="1400" b="1" spc="-135" noProof="0" dirty="0">
                <a:solidFill>
                  <a:srgbClr val="0000CC"/>
                </a:solidFill>
                <a:latin typeface="Times New Roman"/>
                <a:cs typeface="Times New Roman"/>
              </a:rPr>
              <a:t>L</a:t>
            </a:r>
            <a:r>
              <a:rPr lang="es-AR" sz="1400" b="1" spc="-110" noProof="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AD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O</a:t>
            </a:r>
            <a:r>
              <a:rPr lang="es-AR" sz="1400" b="1" spc="-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EL</a:t>
            </a:r>
            <a:r>
              <a:rPr lang="es-AR" sz="1400" b="1" spc="5" noProof="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EJE</a:t>
            </a:r>
            <a:r>
              <a:rPr lang="es-AR" sz="1400" b="1" spc="-10" noProof="0" dirty="0">
                <a:solidFill>
                  <a:srgbClr val="0000CC"/>
                </a:solidFill>
                <a:latin typeface="Times New Roman"/>
                <a:cs typeface="Times New Roman"/>
              </a:rPr>
              <a:t>RC</a:t>
            </a:r>
            <a:r>
              <a:rPr lang="es-AR" sz="1400" b="1" noProof="0" dirty="0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endParaRPr lang="es-AR" sz="1400" noProof="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586</Words>
  <Application>Microsoft Office PowerPoint</Application>
  <PresentationFormat>Presentación en pantalla (4:3)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Tahoma</vt:lpstr>
      <vt:lpstr>Times New Roman</vt:lpstr>
      <vt:lpstr>Wingdings</vt:lpstr>
      <vt:lpstr>Office Theme</vt:lpstr>
      <vt:lpstr>Presentación de PowerPoint</vt:lpstr>
      <vt:lpstr>Introducción</vt:lpstr>
      <vt:lpstr>Presentación de PowerPoint</vt:lpstr>
      <vt:lpstr>Presentación de PowerPoint</vt:lpstr>
      <vt:lpstr>Presentación de PowerPoint</vt:lpstr>
      <vt:lpstr>El Sistema Contable</vt:lpstr>
      <vt:lpstr>El Sistema Contable</vt:lpstr>
      <vt:lpstr>Información que brinda</vt:lpstr>
      <vt:lpstr>Presentación de PowerPoint</vt:lpstr>
      <vt:lpstr>Presentación de PowerPoint</vt:lpstr>
      <vt:lpstr>Balance General y Estado de 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Miguel Angel Beltrán</cp:lastModifiedBy>
  <cp:revision>9</cp:revision>
  <dcterms:created xsi:type="dcterms:W3CDTF">2023-10-20T13:50:31Z</dcterms:created>
  <dcterms:modified xsi:type="dcterms:W3CDTF">2025-05-30T13:50:25Z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2023-10-20T00:00:00Z</vt:filetime>
  </property>
  <property fmtid="{D5CDD505-2E9C-101B-9397-08002B2CF9AE}" pid="3" name="LastSaved">
    <vt:filetime>2023-10-20T00:00:00Z</vt:filetime>
  </property>
</Properties>
</file>